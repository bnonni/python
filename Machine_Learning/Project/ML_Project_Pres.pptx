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8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3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7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6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32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521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88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08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32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65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5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E440FF-D211-0F44-B82D-440A268B1D90}" type="datetimeFigureOut">
              <a:rPr lang="en-US" smtClean="0"/>
              <a:t>12/2/19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8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DD9A9-BD07-9345-82A6-B6BA9A237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32BEAE-8E59-E341-AC9F-7694E56F7B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Bryan W. </a:t>
            </a:r>
            <a:r>
              <a:rPr lang="en-US" dirty="0" err="1"/>
              <a:t>Nonni</a:t>
            </a:r>
            <a:r>
              <a:rPr lang="en-US" dirty="0"/>
              <a:t> &amp; Frankie Sanchez</a:t>
            </a:r>
          </a:p>
        </p:txBody>
      </p:sp>
    </p:spTree>
    <p:extLst>
      <p:ext uri="{BB962C8B-B14F-4D97-AF65-F5344CB8AC3E}">
        <p14:creationId xmlns:p14="http://schemas.microsoft.com/office/powerpoint/2010/main" val="1297280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523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28103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{4F1F88F4-8A6D-5A44-BF6B-836872A22863}tf16401369</Template>
  <TotalTime>3</TotalTime>
  <Words>10</Words>
  <Application>Microsoft Macintosh PowerPoint</Application>
  <PresentationFormat>Widescreen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 Light</vt:lpstr>
      <vt:lpstr>Rockwell</vt:lpstr>
      <vt:lpstr>Wingdings</vt:lpstr>
      <vt:lpstr>Atlas</vt:lpstr>
      <vt:lpstr>Machine Learning Project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Project</dc:title>
  <dc:creator>Bryan Nonni</dc:creator>
  <cp:lastModifiedBy>Bryan Nonni</cp:lastModifiedBy>
  <cp:revision>1</cp:revision>
  <dcterms:created xsi:type="dcterms:W3CDTF">2019-12-03T00:21:54Z</dcterms:created>
  <dcterms:modified xsi:type="dcterms:W3CDTF">2019-12-03T00:25:20Z</dcterms:modified>
</cp:coreProperties>
</file>