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8" r:id="rId3"/>
    <p:sldId id="261" r:id="rId4"/>
    <p:sldId id="257" r:id="rId5"/>
    <p:sldId id="259" r:id="rId6"/>
    <p:sldId id="260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4694"/>
  </p:normalViewPr>
  <p:slideViewPr>
    <p:cSldViewPr snapToGrid="0" snapToObjects="1">
      <p:cViewPr varScale="1">
        <p:scale>
          <a:sx n="104" d="100"/>
          <a:sy n="104" d="100"/>
        </p:scale>
        <p:origin x="232" y="7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roup 88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90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0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1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2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3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4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5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6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7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8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9" name="Group 8"/>
          <p:cNvGrpSpPr/>
          <p:nvPr/>
        </p:nvGrpSpPr>
        <p:grpSpPr>
          <a:xfrm>
            <a:off x="1669293" y="1186483"/>
            <a:ext cx="8848345" cy="4477933"/>
            <a:chOff x="1669293" y="1186483"/>
            <a:chExt cx="8848345" cy="4477933"/>
          </a:xfrm>
        </p:grpSpPr>
        <p:sp>
          <p:nvSpPr>
            <p:cNvPr id="39" name="Rectangle 38"/>
            <p:cNvSpPr/>
            <p:nvPr/>
          </p:nvSpPr>
          <p:spPr>
            <a:xfrm>
              <a:off x="1674042" y="1186483"/>
              <a:ext cx="8843596" cy="71618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0" name="Isosceles Triangle 39"/>
            <p:cNvSpPr/>
            <p:nvPr/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1" name="Rectangle 40"/>
            <p:cNvSpPr/>
            <p:nvPr/>
          </p:nvSpPr>
          <p:spPr>
            <a:xfrm>
              <a:off x="1669293" y="1991156"/>
              <a:ext cx="8845667" cy="33221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9236" y="2075504"/>
            <a:ext cx="8679915" cy="1748729"/>
          </a:xfrm>
        </p:spPr>
        <p:txBody>
          <a:bodyPr bIns="0" anchor="b">
            <a:normAutofit/>
          </a:bodyPr>
          <a:lstStyle>
            <a:lvl1pPr algn="ctr">
              <a:lnSpc>
                <a:spcPct val="80000"/>
              </a:lnSpc>
              <a:defRPr sz="5400" spc="-15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9237" y="3906266"/>
            <a:ext cx="8673427" cy="1322587"/>
          </a:xfrm>
        </p:spPr>
        <p:txBody>
          <a:bodyPr t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 b="0">
                <a:solidFill>
                  <a:srgbClr val="FFFEFF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 vert="horz" lIns="91440" tIns="45720" rIns="91440" bIns="45720" rtlCol="0" anchor="ctr"/>
          <a:lstStyle>
            <a:lvl1pPr>
              <a:defRPr lang="en-US"/>
            </a:lvl1pPr>
          </a:lstStyle>
          <a:p>
            <a:fld id="{0CE440FF-D211-0F44-B82D-440A268B1D90}" type="datetimeFigureOut">
              <a:rPr lang="en-US" smtClean="0"/>
              <a:t>12/2/19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84E109C8-78F1-F24A-943A-79A49565A8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7853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Group 79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81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0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1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7" name="Group 26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8" name="Rectangle 27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1" y="2349925"/>
            <a:ext cx="3498979" cy="245644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18447" y="803186"/>
            <a:ext cx="6281873" cy="5248622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E440FF-D211-0F44-B82D-440A268B1D90}" type="datetimeFigureOut">
              <a:rPr lang="en-US" smtClean="0"/>
              <a:t>12/2/19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109C8-78F1-F24A-943A-79A49565A8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0430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78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9" name="Group 8"/>
          <p:cNvGrpSpPr/>
          <p:nvPr/>
        </p:nvGrpSpPr>
        <p:grpSpPr>
          <a:xfrm>
            <a:off x="3259545" y="1186483"/>
            <a:ext cx="5666145" cy="4477933"/>
            <a:chOff x="3259545" y="1186483"/>
            <a:chExt cx="5666145" cy="4477933"/>
          </a:xfrm>
        </p:grpSpPr>
        <p:sp>
          <p:nvSpPr>
            <p:cNvPr id="99" name="Rectangle 98"/>
            <p:cNvSpPr/>
            <p:nvPr/>
          </p:nvSpPr>
          <p:spPr>
            <a:xfrm>
              <a:off x="3259545" y="1186483"/>
              <a:ext cx="5657881" cy="71618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0" name="Isosceles Triangle 39"/>
            <p:cNvSpPr/>
            <p:nvPr/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1" name="Rectangle 100"/>
            <p:cNvSpPr/>
            <p:nvPr/>
          </p:nvSpPr>
          <p:spPr>
            <a:xfrm>
              <a:off x="3259545" y="1991156"/>
              <a:ext cx="5666145" cy="33221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4216" y="2074730"/>
            <a:ext cx="5490224" cy="1689390"/>
          </a:xfrm>
        </p:spPr>
        <p:txBody>
          <a:bodyPr bIns="0" anchor="b">
            <a:normAutofit/>
          </a:bodyPr>
          <a:lstStyle>
            <a:lvl1pPr algn="ctr">
              <a:defRPr sz="440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44215" y="3846851"/>
            <a:ext cx="5490223" cy="1383770"/>
          </a:xfrm>
        </p:spPr>
        <p:txBody>
          <a:bodyPr tIns="0"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0CE440FF-D211-0F44-B82D-440A268B1D90}" type="datetimeFigureOut">
              <a:rPr lang="en-US" smtClean="0"/>
              <a:t>12/2/19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84E109C8-78F1-F24A-943A-79A49565A8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744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3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3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59" name="Group 58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60" name="Rectangle 59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1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2" name="Rectangle 61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0" y="2339669"/>
            <a:ext cx="3500828" cy="2470065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20878" y="803187"/>
            <a:ext cx="6269591" cy="23826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18447" y="3672162"/>
            <a:ext cx="6272022" cy="23835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0CE440FF-D211-0F44-B82D-440A268B1D90}" type="datetimeFigureOut">
              <a:rPr lang="en-US" smtClean="0"/>
              <a:t>12/2/19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84E109C8-78F1-F24A-943A-79A49565A8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863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40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9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60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61" name="Group 6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62" name="Rectangle 6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3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4" name="Rectangle 63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1" y="2363915"/>
            <a:ext cx="3500828" cy="2460497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25137" y="803185"/>
            <a:ext cx="6265088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25305" y="1488985"/>
            <a:ext cx="6264350" cy="16968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18653" y="3665887"/>
            <a:ext cx="6264414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118447" y="4351687"/>
            <a:ext cx="6265588" cy="17040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0CE440FF-D211-0F44-B82D-440A268B1D90}" type="datetimeFigureOut">
              <a:rPr lang="en-US" smtClean="0"/>
              <a:t>12/2/19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84E109C8-78F1-F24A-943A-79A49565A8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35321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4" name="Group 23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5" name="Rectangle 24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6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E440FF-D211-0F44-B82D-440A268B1D90}" type="datetimeFigureOut">
              <a:rPr lang="en-US" smtClean="0"/>
              <a:t>12/2/19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109C8-78F1-F24A-943A-79A49565A8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5216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0CE440FF-D211-0F44-B82D-440A268B1D90}" type="datetimeFigureOut">
              <a:rPr lang="en-US" smtClean="0"/>
              <a:t>12/2/19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84E109C8-78F1-F24A-943A-79A49565A8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69885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roup 73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5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6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1" name="Group 2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2" name="Rectangle 2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2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3" name="Rectangle 32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1" y="2352026"/>
            <a:ext cx="3501197" cy="1223298"/>
          </a:xfrm>
        </p:spPr>
        <p:txBody>
          <a:bodyPr bIns="0" anchor="b">
            <a:noAutofit/>
          </a:bodyPr>
          <a:lstStyle>
            <a:lvl1pPr algn="ctr">
              <a:defRPr sz="320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9983" y="802809"/>
            <a:ext cx="6275035" cy="524994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8631" y="3580186"/>
            <a:ext cx="3501197" cy="1221164"/>
          </a:xfrm>
        </p:spPr>
        <p:txBody>
          <a:bodyPr/>
          <a:lstStyle>
            <a:lvl1pPr marL="0" indent="0" algn="ctr">
              <a:buNone/>
              <a:defRPr sz="16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E440FF-D211-0F44-B82D-440A268B1D90}" type="datetimeFigureOut">
              <a:rPr lang="en-US" smtClean="0"/>
              <a:t>12/2/19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109C8-78F1-F24A-943A-79A49565A8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74083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81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76" name="Group 75"/>
          <p:cNvGrpSpPr/>
          <p:nvPr/>
        </p:nvGrpSpPr>
        <p:grpSpPr>
          <a:xfrm>
            <a:off x="805336" y="1698331"/>
            <a:ext cx="5941540" cy="3470421"/>
            <a:chOff x="805336" y="1698331"/>
            <a:chExt cx="5941540" cy="3470421"/>
          </a:xfrm>
        </p:grpSpPr>
        <p:sp>
          <p:nvSpPr>
            <p:cNvPr id="77" name="Rectangle 76"/>
            <p:cNvSpPr/>
            <p:nvPr/>
          </p:nvSpPr>
          <p:spPr>
            <a:xfrm>
              <a:off x="805336" y="1698331"/>
              <a:ext cx="5941540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8" name="Isosceles Triangle 9"/>
            <p:cNvSpPr/>
            <p:nvPr/>
          </p:nvSpPr>
          <p:spPr>
            <a:xfrm rot="10800000">
              <a:off x="3618113" y="4896349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9" name="Rectangle 78"/>
            <p:cNvSpPr/>
            <p:nvPr/>
          </p:nvSpPr>
          <p:spPr>
            <a:xfrm>
              <a:off x="805336" y="2274403"/>
              <a:ext cx="5941540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43510" y="0"/>
            <a:ext cx="4648490" cy="6858000"/>
          </a:xfrm>
          <a:solidFill>
            <a:schemeClr val="bg1">
              <a:lumMod val="65000"/>
              <a:lumOff val="3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5443" y="2360255"/>
            <a:ext cx="5776646" cy="1178032"/>
          </a:xfrm>
        </p:spPr>
        <p:txBody>
          <a:bodyPr bIns="0" anchor="b">
            <a:normAutofit/>
          </a:bodyPr>
          <a:lstStyle>
            <a:lvl1pPr>
              <a:defRPr sz="360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5443" y="3545012"/>
            <a:ext cx="5776646" cy="1274198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0CE440FF-D211-0F44-B82D-440A268B1D90}" type="datetimeFigureOut">
              <a:rPr lang="en-US" smtClean="0"/>
              <a:t>12/2/19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5942203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828377" y="320040"/>
            <a:ext cx="914400" cy="320040"/>
          </a:xfrm>
        </p:spPr>
        <p:txBody>
          <a:bodyPr/>
          <a:lstStyle/>
          <a:p>
            <a:fld id="{84E109C8-78F1-F24A-943A-79A49565A8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1320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1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09983" y="794719"/>
            <a:ext cx="6275035" cy="52570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E440FF-D211-0F44-B82D-440A268B1D90}" type="datetimeFigureOut">
              <a:rPr lang="en-US" smtClean="0"/>
              <a:t>12/2/19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109C8-78F1-F24A-943A-79A49565A8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565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 flipH="1">
            <a:off x="0" y="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7718948" y="1699589"/>
            <a:ext cx="3674476" cy="3470421"/>
            <a:chOff x="697883" y="1816768"/>
            <a:chExt cx="3674476" cy="3470421"/>
          </a:xfrm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807437" y="2349925"/>
            <a:ext cx="3501195" cy="2456442"/>
          </a:xfrm>
        </p:spPr>
        <p:txBody>
          <a:bodyPr vert="eaVert"/>
          <a:lstStyle>
            <a:lvl1pPr algn="l">
              <a:lnSpc>
                <a:spcPct val="80000"/>
              </a:lnSpc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2747" y="798444"/>
            <a:ext cx="6268622" cy="525730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0CE440FF-D211-0F44-B82D-440A268B1D90}" type="datetimeFigureOut">
              <a:rPr lang="en-US" smtClean="0"/>
              <a:t>12/2/19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84E109C8-78F1-F24A-943A-79A49565A8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555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91161" y="2358391"/>
            <a:ext cx="3498667" cy="2456485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34982" y="794719"/>
            <a:ext cx="5950036" cy="52570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4672" y="320040"/>
            <a:ext cx="36576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E440FF-D211-0F44-B82D-440A268B1D90}" type="datetimeFigureOut">
              <a:rPr lang="en-US" smtClean="0"/>
              <a:t>12/2/19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04672" y="6227064"/>
            <a:ext cx="10588752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69880" y="320040"/>
            <a:ext cx="9144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E109C8-78F1-F24A-943A-79A49565A8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684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914400" rtl="0" eaLnBrk="1" latinLnBrk="0" hangingPunct="1">
        <a:lnSpc>
          <a:spcPct val="85000"/>
        </a:lnSpc>
        <a:spcBef>
          <a:spcPct val="0"/>
        </a:spcBef>
        <a:buNone/>
        <a:defRPr sz="4000" b="0" i="0" kern="1200" cap="none" spc="-15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CE3618-1D7A-4256-B2AF-9DB692996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824" y="6419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91A9185-A7D5-460B-98BC-0BF2EBD3EE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  <a:noFill/>
        </p:grpSpPr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8AFC1764-6516-4F77-BF30-B8ADB3C9F4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7000"/>
                </a:schemeClr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FCAFF9F9-F806-47EC-BCAC-9921E719FF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09D92491-36BD-4861-BA54-DD88E60898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8000"/>
                </a:schemeClr>
              </a:solidFill>
              <a:prstDash val="dash"/>
              <a:miter lim="800000"/>
              <a:headEnd/>
              <a:tailEnd/>
            </a:ln>
          </p:spPr>
        </p:sp>
        <p:sp>
          <p:nvSpPr>
            <p:cNvPr id="14" name="Freeform 8">
              <a:extLst>
                <a:ext uri="{FF2B5EF4-FFF2-40B4-BE49-F238E27FC236}">
                  <a16:creationId xmlns:a16="http://schemas.microsoft.com/office/drawing/2014/main" id="{23740E15-AB86-4E5C-A137-07E0DDC035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5" name="Freeform 9">
              <a:extLst>
                <a:ext uri="{FF2B5EF4-FFF2-40B4-BE49-F238E27FC236}">
                  <a16:creationId xmlns:a16="http://schemas.microsoft.com/office/drawing/2014/main" id="{BE097852-1F54-4EF0-A1BE-561272FCD6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5C2DF1F9-21CC-430E-84C8-356C73C6FD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4000"/>
                </a:schemeClr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7F11B45B-3EDE-4B6A-903B-0AE6E9DDF4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3000"/>
                </a:schemeClr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8" name="Freeform 12">
              <a:extLst>
                <a:ext uri="{FF2B5EF4-FFF2-40B4-BE49-F238E27FC236}">
                  <a16:creationId xmlns:a16="http://schemas.microsoft.com/office/drawing/2014/main" id="{F77FDDC5-477E-420D-B98F-42ABA24772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3000"/>
                </a:schemeClr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9" name="Freeform 13">
              <a:extLst>
                <a:ext uri="{FF2B5EF4-FFF2-40B4-BE49-F238E27FC236}">
                  <a16:creationId xmlns:a16="http://schemas.microsoft.com/office/drawing/2014/main" id="{A92C0474-B573-45C5-84C5-194CE1715F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2000"/>
                </a:schemeClr>
              </a:solidFill>
              <a:prstDash val="dash"/>
              <a:miter lim="800000"/>
              <a:headEnd/>
              <a:tailEnd/>
            </a:ln>
          </p:spPr>
        </p:sp>
        <p:sp>
          <p:nvSpPr>
            <p:cNvPr id="20" name="Freeform 14">
              <a:extLst>
                <a:ext uri="{FF2B5EF4-FFF2-40B4-BE49-F238E27FC236}">
                  <a16:creationId xmlns:a16="http://schemas.microsoft.com/office/drawing/2014/main" id="{2FBC62F8-64D0-4025-99AE-A04E291D90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2000"/>
                </a:schemeClr>
              </a:solidFill>
              <a:prstDash val="dash"/>
              <a:miter lim="800000"/>
              <a:headEnd/>
              <a:tailEnd/>
            </a:ln>
          </p:spPr>
        </p:sp>
        <p:sp>
          <p:nvSpPr>
            <p:cNvPr id="21" name="Freeform 15">
              <a:extLst>
                <a:ext uri="{FF2B5EF4-FFF2-40B4-BE49-F238E27FC236}">
                  <a16:creationId xmlns:a16="http://schemas.microsoft.com/office/drawing/2014/main" id="{7632F945-80B5-4575-A538-29495BF8F2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12000"/>
                </a:schemeClr>
              </a:solidFill>
              <a:prstDash val="dashDot"/>
              <a:miter lim="800000"/>
              <a:headEnd/>
              <a:tailEnd/>
            </a:ln>
          </p:spPr>
        </p:sp>
        <p:sp>
          <p:nvSpPr>
            <p:cNvPr id="22" name="Freeform 16">
              <a:extLst>
                <a:ext uri="{FF2B5EF4-FFF2-40B4-BE49-F238E27FC236}">
                  <a16:creationId xmlns:a16="http://schemas.microsoft.com/office/drawing/2014/main" id="{5562CC17-43D4-4E57-AE08-83952EE59D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12000"/>
                </a:schemeClr>
              </a:solidFill>
              <a:prstDash val="dashDot"/>
              <a:miter lim="800000"/>
              <a:headEnd/>
              <a:tailEnd/>
            </a:ln>
          </p:spPr>
        </p:sp>
        <p:sp>
          <p:nvSpPr>
            <p:cNvPr id="23" name="Freeform 17">
              <a:extLst>
                <a:ext uri="{FF2B5EF4-FFF2-40B4-BE49-F238E27FC236}">
                  <a16:creationId xmlns:a16="http://schemas.microsoft.com/office/drawing/2014/main" id="{E1D78CFE-04CA-4101-AFCF-196940B2D1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2000"/>
                </a:schemeClr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24" name="Freeform 18">
              <a:extLst>
                <a:ext uri="{FF2B5EF4-FFF2-40B4-BE49-F238E27FC236}">
                  <a16:creationId xmlns:a16="http://schemas.microsoft.com/office/drawing/2014/main" id="{41F2A149-A64E-4690-B049-18C156A8E2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2000"/>
                </a:schemeClr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25" name="Freeform 19">
              <a:extLst>
                <a:ext uri="{FF2B5EF4-FFF2-40B4-BE49-F238E27FC236}">
                  <a16:creationId xmlns:a16="http://schemas.microsoft.com/office/drawing/2014/main" id="{D9313C72-D62D-4416-A6AE-7EB7D6B54A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1000"/>
                </a:schemeClr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26" name="Freeform 20">
              <a:extLst>
                <a:ext uri="{FF2B5EF4-FFF2-40B4-BE49-F238E27FC236}">
                  <a16:creationId xmlns:a16="http://schemas.microsoft.com/office/drawing/2014/main" id="{77B03BEA-76E5-4ECB-B9BB-D89D27509E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1000"/>
                </a:schemeClr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27" name="Freeform 21">
              <a:extLst>
                <a:ext uri="{FF2B5EF4-FFF2-40B4-BE49-F238E27FC236}">
                  <a16:creationId xmlns:a16="http://schemas.microsoft.com/office/drawing/2014/main" id="{6AF6BECE-416D-4C3A-AD6F-68B08F3CA7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28" name="Freeform 22">
              <a:extLst>
                <a:ext uri="{FF2B5EF4-FFF2-40B4-BE49-F238E27FC236}">
                  <a16:creationId xmlns:a16="http://schemas.microsoft.com/office/drawing/2014/main" id="{B9197E2A-A098-480D-A2A6-3F3B889EDA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</p:spPr>
        </p:sp>
        <p:sp>
          <p:nvSpPr>
            <p:cNvPr id="29" name="Freeform 23">
              <a:extLst>
                <a:ext uri="{FF2B5EF4-FFF2-40B4-BE49-F238E27FC236}">
                  <a16:creationId xmlns:a16="http://schemas.microsoft.com/office/drawing/2014/main" id="{5A493EDB-6C9E-483F-86A6-0F473E5908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</p:spPr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A2DD9A9-BD07-9345-82A6-B6BA9A2374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04716" y="1263404"/>
            <a:ext cx="8239252" cy="3115075"/>
          </a:xfrm>
        </p:spPr>
        <p:txBody>
          <a:bodyPr>
            <a:normAutofit/>
          </a:bodyPr>
          <a:lstStyle/>
          <a:p>
            <a:pPr algn="l"/>
            <a:r>
              <a:rPr lang="en-US" sz="7200">
                <a:solidFill>
                  <a:schemeClr val="tx1"/>
                </a:solidFill>
              </a:rPr>
              <a:t>Machine Learning Project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32BEAE-8E59-E341-AC9F-7694E56F7B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04716" y="4560432"/>
            <a:ext cx="8239253" cy="1228171"/>
          </a:xfrm>
        </p:spPr>
        <p:txBody>
          <a:bodyPr>
            <a:normAutofit/>
          </a:bodyPr>
          <a:lstStyle/>
          <a:p>
            <a:pPr algn="l"/>
            <a:r>
              <a:rPr lang="en-US" sz="2400">
                <a:solidFill>
                  <a:schemeClr val="tx1"/>
                </a:solidFill>
              </a:rPr>
              <a:t>Bryan W. Nonni &amp; Frankie Sanchez</a:t>
            </a:r>
          </a:p>
        </p:txBody>
      </p: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A4CD35EF-7348-4E64-8700-827E64EA4E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1435823" y="3320139"/>
            <a:ext cx="300774" cy="259288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72808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3BAF07C-C39E-42EB-BB22-8D46691D97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-1"/>
            <a:ext cx="12193061" cy="686920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8E9CF54-0466-4261-9E62-0249E60E18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33E32106-E8B1-4F76-9EE6-58537738A3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C32C2C46-A045-44FB-8A74-5EBD650C27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6A76F79C-6683-4940-BCF7-4BCCCEE406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4" name="Freeform 8">
              <a:extLst>
                <a:ext uri="{FF2B5EF4-FFF2-40B4-BE49-F238E27FC236}">
                  <a16:creationId xmlns:a16="http://schemas.microsoft.com/office/drawing/2014/main" id="{FF4675A3-6D07-4B1F-9BFC-AEBEA1AD06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5" name="Freeform 9">
              <a:extLst>
                <a:ext uri="{FF2B5EF4-FFF2-40B4-BE49-F238E27FC236}">
                  <a16:creationId xmlns:a16="http://schemas.microsoft.com/office/drawing/2014/main" id="{765E127A-B6B7-4B1D-B7BD-6C8C969D29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3BCA9D9E-C72C-4751-BFA9-10B85CACE3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080C708C-69BF-441B-AB75-C98160ED06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8" name="Freeform 12">
              <a:extLst>
                <a:ext uri="{FF2B5EF4-FFF2-40B4-BE49-F238E27FC236}">
                  <a16:creationId xmlns:a16="http://schemas.microsoft.com/office/drawing/2014/main" id="{3E79964E-F8F1-4763-8892-7BC3DAE306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9" name="Freeform 13">
              <a:extLst>
                <a:ext uri="{FF2B5EF4-FFF2-40B4-BE49-F238E27FC236}">
                  <a16:creationId xmlns:a16="http://schemas.microsoft.com/office/drawing/2014/main" id="{FE09592A-FCC9-4AE5-BA0B-730C6F3BBE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0" name="Freeform 14">
              <a:extLst>
                <a:ext uri="{FF2B5EF4-FFF2-40B4-BE49-F238E27FC236}">
                  <a16:creationId xmlns:a16="http://schemas.microsoft.com/office/drawing/2014/main" id="{96448994-820C-4BC1-ABF3-4579C6F99A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1" name="Freeform 15">
              <a:extLst>
                <a:ext uri="{FF2B5EF4-FFF2-40B4-BE49-F238E27FC236}">
                  <a16:creationId xmlns:a16="http://schemas.microsoft.com/office/drawing/2014/main" id="{9BB0D192-565A-42B9-B292-CC032D71A6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1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2" name="Freeform 16">
              <a:extLst>
                <a:ext uri="{FF2B5EF4-FFF2-40B4-BE49-F238E27FC236}">
                  <a16:creationId xmlns:a16="http://schemas.microsoft.com/office/drawing/2014/main" id="{6D1CA09C-5F40-4E92-A7E9-D1FCEE5128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1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3" name="Freeform 17">
              <a:extLst>
                <a:ext uri="{FF2B5EF4-FFF2-40B4-BE49-F238E27FC236}">
                  <a16:creationId xmlns:a16="http://schemas.microsoft.com/office/drawing/2014/main" id="{379F5AA5-2E14-4880-A5A6-07AEF2AD89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4" name="Freeform 18">
              <a:extLst>
                <a:ext uri="{FF2B5EF4-FFF2-40B4-BE49-F238E27FC236}">
                  <a16:creationId xmlns:a16="http://schemas.microsoft.com/office/drawing/2014/main" id="{EF14BD32-D239-4DA3-98B3-7752073657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5" name="Freeform 19">
              <a:extLst>
                <a:ext uri="{FF2B5EF4-FFF2-40B4-BE49-F238E27FC236}">
                  <a16:creationId xmlns:a16="http://schemas.microsoft.com/office/drawing/2014/main" id="{CF07B250-E5E4-4624-9BD7-8D513A67B7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6" name="Freeform 20">
              <a:extLst>
                <a:ext uri="{FF2B5EF4-FFF2-40B4-BE49-F238E27FC236}">
                  <a16:creationId xmlns:a16="http://schemas.microsoft.com/office/drawing/2014/main" id="{BCC5D120-7C8C-4290-865C-4EE6E4F245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7" name="Freeform 21">
              <a:extLst>
                <a:ext uri="{FF2B5EF4-FFF2-40B4-BE49-F238E27FC236}">
                  <a16:creationId xmlns:a16="http://schemas.microsoft.com/office/drawing/2014/main" id="{C24688C6-CAE5-4EF2-B2BA-A138DA0A24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8" name="Freeform 22">
              <a:extLst>
                <a:ext uri="{FF2B5EF4-FFF2-40B4-BE49-F238E27FC236}">
                  <a16:creationId xmlns:a16="http://schemas.microsoft.com/office/drawing/2014/main" id="{6BD31099-7C13-4901-A04F-632B1CD846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9" name="Freeform 23">
              <a:extLst>
                <a:ext uri="{FF2B5EF4-FFF2-40B4-BE49-F238E27FC236}">
                  <a16:creationId xmlns:a16="http://schemas.microsoft.com/office/drawing/2014/main" id="{679F5FF7-82B2-4033-8FBE-63170C9378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B3D296CC-CA82-4C71-A176-6A9FECDB82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2075000"/>
          </a:xfrm>
          <a:custGeom>
            <a:avLst/>
            <a:gdLst>
              <a:gd name="connsiteX0" fmla="*/ 0 w 12192000"/>
              <a:gd name="connsiteY0" fmla="*/ 0 h 2075000"/>
              <a:gd name="connsiteX1" fmla="*/ 12192000 w 12192000"/>
              <a:gd name="connsiteY1" fmla="*/ 0 h 2075000"/>
              <a:gd name="connsiteX2" fmla="*/ 12192000 w 12192000"/>
              <a:gd name="connsiteY2" fmla="*/ 558112 h 2075000"/>
              <a:gd name="connsiteX3" fmla="*/ 12192000 w 12192000"/>
              <a:gd name="connsiteY3" fmla="*/ 750237 h 2075000"/>
              <a:gd name="connsiteX4" fmla="*/ 12192000 w 12192000"/>
              <a:gd name="connsiteY4" fmla="*/ 1726055 h 2075000"/>
              <a:gd name="connsiteX5" fmla="*/ 12113803 w 12192000"/>
              <a:gd name="connsiteY5" fmla="*/ 1734338 h 2075000"/>
              <a:gd name="connsiteX6" fmla="*/ 6753597 w 12192000"/>
              <a:gd name="connsiteY6" fmla="*/ 2057895 h 2075000"/>
              <a:gd name="connsiteX7" fmla="*/ 400746 w 12192000"/>
              <a:gd name="connsiteY7" fmla="*/ 1886552 h 2075000"/>
              <a:gd name="connsiteX8" fmla="*/ 0 w 12192000"/>
              <a:gd name="connsiteY8" fmla="*/ 1849576 h 2075000"/>
              <a:gd name="connsiteX9" fmla="*/ 0 w 12192000"/>
              <a:gd name="connsiteY9" fmla="*/ 750237 h 2075000"/>
              <a:gd name="connsiteX10" fmla="*/ 0 w 12192000"/>
              <a:gd name="connsiteY10" fmla="*/ 558112 h 2075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92000" h="2075000">
                <a:moveTo>
                  <a:pt x="0" y="0"/>
                </a:moveTo>
                <a:lnTo>
                  <a:pt x="12192000" y="0"/>
                </a:lnTo>
                <a:lnTo>
                  <a:pt x="12192000" y="558112"/>
                </a:lnTo>
                <a:lnTo>
                  <a:pt x="12192000" y="750237"/>
                </a:lnTo>
                <a:lnTo>
                  <a:pt x="12192000" y="1726055"/>
                </a:lnTo>
                <a:lnTo>
                  <a:pt x="12113803" y="1734338"/>
                </a:lnTo>
                <a:cubicBezTo>
                  <a:pt x="10139508" y="1932287"/>
                  <a:pt x="8237152" y="2025290"/>
                  <a:pt x="6753597" y="2057895"/>
                </a:cubicBezTo>
                <a:cubicBezTo>
                  <a:pt x="4940362" y="2097744"/>
                  <a:pt x="2657278" y="2078414"/>
                  <a:pt x="400746" y="1886552"/>
                </a:cubicBezTo>
                <a:lnTo>
                  <a:pt x="0" y="1849576"/>
                </a:lnTo>
                <a:lnTo>
                  <a:pt x="0" y="750237"/>
                </a:lnTo>
                <a:lnTo>
                  <a:pt x="0" y="558112"/>
                </a:lnTo>
                <a:close/>
              </a:path>
            </a:pathLst>
          </a:custGeom>
          <a:solidFill>
            <a:schemeClr val="tx1"/>
          </a:solidFill>
          <a:ln w="444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42290B-11E4-DA42-996A-D150A5C13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20" y="762608"/>
            <a:ext cx="10481519" cy="1003932"/>
          </a:xfrm>
        </p:spPr>
        <p:txBody>
          <a:bodyPr anchor="ctr">
            <a:normAutofit/>
          </a:bodyPr>
          <a:lstStyle/>
          <a:p>
            <a:pPr algn="l"/>
            <a:r>
              <a:rPr lang="en-US" sz="3600" dirty="0">
                <a:solidFill>
                  <a:schemeClr val="accent1"/>
                </a:solidFill>
              </a:rPr>
              <a:t>Multi-Class Classification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302209-EEC1-2D44-B02E-E68DDB6BDD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21" y="2635976"/>
            <a:ext cx="8227269" cy="3542776"/>
          </a:xfrm>
        </p:spPr>
        <p:txBody>
          <a:bodyPr>
            <a:normAutofit/>
          </a:bodyPr>
          <a:lstStyle/>
          <a:p>
            <a:r>
              <a:rPr lang="en-US" sz="1600" dirty="0"/>
              <a:t>Definition</a:t>
            </a:r>
          </a:p>
        </p:txBody>
      </p:sp>
    </p:spTree>
    <p:extLst>
      <p:ext uri="{BB962C8B-B14F-4D97-AF65-F5344CB8AC3E}">
        <p14:creationId xmlns:p14="http://schemas.microsoft.com/office/powerpoint/2010/main" val="35528281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3BAF07C-C39E-42EB-BB22-8D46691D97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-1"/>
            <a:ext cx="12193061" cy="686920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8E9CF54-0466-4261-9E62-0249E60E18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33E32106-E8B1-4F76-9EE6-58537738A3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C32C2C46-A045-44FB-8A74-5EBD650C27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6A76F79C-6683-4940-BCF7-4BCCCEE406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4" name="Freeform 8">
              <a:extLst>
                <a:ext uri="{FF2B5EF4-FFF2-40B4-BE49-F238E27FC236}">
                  <a16:creationId xmlns:a16="http://schemas.microsoft.com/office/drawing/2014/main" id="{FF4675A3-6D07-4B1F-9BFC-AEBEA1AD06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5" name="Freeform 9">
              <a:extLst>
                <a:ext uri="{FF2B5EF4-FFF2-40B4-BE49-F238E27FC236}">
                  <a16:creationId xmlns:a16="http://schemas.microsoft.com/office/drawing/2014/main" id="{765E127A-B6B7-4B1D-B7BD-6C8C969D29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3BCA9D9E-C72C-4751-BFA9-10B85CACE3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080C708C-69BF-441B-AB75-C98160ED06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8" name="Freeform 12">
              <a:extLst>
                <a:ext uri="{FF2B5EF4-FFF2-40B4-BE49-F238E27FC236}">
                  <a16:creationId xmlns:a16="http://schemas.microsoft.com/office/drawing/2014/main" id="{3E79964E-F8F1-4763-8892-7BC3DAE306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9" name="Freeform 13">
              <a:extLst>
                <a:ext uri="{FF2B5EF4-FFF2-40B4-BE49-F238E27FC236}">
                  <a16:creationId xmlns:a16="http://schemas.microsoft.com/office/drawing/2014/main" id="{FE09592A-FCC9-4AE5-BA0B-730C6F3BBE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0" name="Freeform 14">
              <a:extLst>
                <a:ext uri="{FF2B5EF4-FFF2-40B4-BE49-F238E27FC236}">
                  <a16:creationId xmlns:a16="http://schemas.microsoft.com/office/drawing/2014/main" id="{96448994-820C-4BC1-ABF3-4579C6F99A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1" name="Freeform 15">
              <a:extLst>
                <a:ext uri="{FF2B5EF4-FFF2-40B4-BE49-F238E27FC236}">
                  <a16:creationId xmlns:a16="http://schemas.microsoft.com/office/drawing/2014/main" id="{9BB0D192-565A-42B9-B292-CC032D71A6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1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2" name="Freeform 16">
              <a:extLst>
                <a:ext uri="{FF2B5EF4-FFF2-40B4-BE49-F238E27FC236}">
                  <a16:creationId xmlns:a16="http://schemas.microsoft.com/office/drawing/2014/main" id="{6D1CA09C-5F40-4E92-A7E9-D1FCEE5128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1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3" name="Freeform 17">
              <a:extLst>
                <a:ext uri="{FF2B5EF4-FFF2-40B4-BE49-F238E27FC236}">
                  <a16:creationId xmlns:a16="http://schemas.microsoft.com/office/drawing/2014/main" id="{379F5AA5-2E14-4880-A5A6-07AEF2AD89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4" name="Freeform 18">
              <a:extLst>
                <a:ext uri="{FF2B5EF4-FFF2-40B4-BE49-F238E27FC236}">
                  <a16:creationId xmlns:a16="http://schemas.microsoft.com/office/drawing/2014/main" id="{EF14BD32-D239-4DA3-98B3-7752073657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5" name="Freeform 19">
              <a:extLst>
                <a:ext uri="{FF2B5EF4-FFF2-40B4-BE49-F238E27FC236}">
                  <a16:creationId xmlns:a16="http://schemas.microsoft.com/office/drawing/2014/main" id="{CF07B250-E5E4-4624-9BD7-8D513A67B7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6" name="Freeform 20">
              <a:extLst>
                <a:ext uri="{FF2B5EF4-FFF2-40B4-BE49-F238E27FC236}">
                  <a16:creationId xmlns:a16="http://schemas.microsoft.com/office/drawing/2014/main" id="{BCC5D120-7C8C-4290-865C-4EE6E4F245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7" name="Freeform 21">
              <a:extLst>
                <a:ext uri="{FF2B5EF4-FFF2-40B4-BE49-F238E27FC236}">
                  <a16:creationId xmlns:a16="http://schemas.microsoft.com/office/drawing/2014/main" id="{C24688C6-CAE5-4EF2-B2BA-A138DA0A24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8" name="Freeform 22">
              <a:extLst>
                <a:ext uri="{FF2B5EF4-FFF2-40B4-BE49-F238E27FC236}">
                  <a16:creationId xmlns:a16="http://schemas.microsoft.com/office/drawing/2014/main" id="{6BD31099-7C13-4901-A04F-632B1CD846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9" name="Freeform 23">
              <a:extLst>
                <a:ext uri="{FF2B5EF4-FFF2-40B4-BE49-F238E27FC236}">
                  <a16:creationId xmlns:a16="http://schemas.microsoft.com/office/drawing/2014/main" id="{679F5FF7-82B2-4033-8FBE-63170C9378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B3D296CC-CA82-4C71-A176-6A9FECDB82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2075000"/>
          </a:xfrm>
          <a:custGeom>
            <a:avLst/>
            <a:gdLst>
              <a:gd name="connsiteX0" fmla="*/ 0 w 12192000"/>
              <a:gd name="connsiteY0" fmla="*/ 0 h 2075000"/>
              <a:gd name="connsiteX1" fmla="*/ 12192000 w 12192000"/>
              <a:gd name="connsiteY1" fmla="*/ 0 h 2075000"/>
              <a:gd name="connsiteX2" fmla="*/ 12192000 w 12192000"/>
              <a:gd name="connsiteY2" fmla="*/ 558112 h 2075000"/>
              <a:gd name="connsiteX3" fmla="*/ 12192000 w 12192000"/>
              <a:gd name="connsiteY3" fmla="*/ 750237 h 2075000"/>
              <a:gd name="connsiteX4" fmla="*/ 12192000 w 12192000"/>
              <a:gd name="connsiteY4" fmla="*/ 1726055 h 2075000"/>
              <a:gd name="connsiteX5" fmla="*/ 12113803 w 12192000"/>
              <a:gd name="connsiteY5" fmla="*/ 1734338 h 2075000"/>
              <a:gd name="connsiteX6" fmla="*/ 6753597 w 12192000"/>
              <a:gd name="connsiteY6" fmla="*/ 2057895 h 2075000"/>
              <a:gd name="connsiteX7" fmla="*/ 400746 w 12192000"/>
              <a:gd name="connsiteY7" fmla="*/ 1886552 h 2075000"/>
              <a:gd name="connsiteX8" fmla="*/ 0 w 12192000"/>
              <a:gd name="connsiteY8" fmla="*/ 1849576 h 2075000"/>
              <a:gd name="connsiteX9" fmla="*/ 0 w 12192000"/>
              <a:gd name="connsiteY9" fmla="*/ 750237 h 2075000"/>
              <a:gd name="connsiteX10" fmla="*/ 0 w 12192000"/>
              <a:gd name="connsiteY10" fmla="*/ 558112 h 2075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92000" h="2075000">
                <a:moveTo>
                  <a:pt x="0" y="0"/>
                </a:moveTo>
                <a:lnTo>
                  <a:pt x="12192000" y="0"/>
                </a:lnTo>
                <a:lnTo>
                  <a:pt x="12192000" y="558112"/>
                </a:lnTo>
                <a:lnTo>
                  <a:pt x="12192000" y="750237"/>
                </a:lnTo>
                <a:lnTo>
                  <a:pt x="12192000" y="1726055"/>
                </a:lnTo>
                <a:lnTo>
                  <a:pt x="12113803" y="1734338"/>
                </a:lnTo>
                <a:cubicBezTo>
                  <a:pt x="10139508" y="1932287"/>
                  <a:pt x="8237152" y="2025290"/>
                  <a:pt x="6753597" y="2057895"/>
                </a:cubicBezTo>
                <a:cubicBezTo>
                  <a:pt x="4940362" y="2097744"/>
                  <a:pt x="2657278" y="2078414"/>
                  <a:pt x="400746" y="1886552"/>
                </a:cubicBezTo>
                <a:lnTo>
                  <a:pt x="0" y="1849576"/>
                </a:lnTo>
                <a:lnTo>
                  <a:pt x="0" y="750237"/>
                </a:lnTo>
                <a:lnTo>
                  <a:pt x="0" y="558112"/>
                </a:lnTo>
                <a:close/>
              </a:path>
            </a:pathLst>
          </a:custGeom>
          <a:solidFill>
            <a:schemeClr val="tx1"/>
          </a:solidFill>
          <a:ln w="444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42290B-11E4-DA42-996A-D150A5C13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20" y="762608"/>
            <a:ext cx="10481519" cy="1003932"/>
          </a:xfrm>
        </p:spPr>
        <p:txBody>
          <a:bodyPr anchor="ctr">
            <a:normAutofit/>
          </a:bodyPr>
          <a:lstStyle/>
          <a:p>
            <a:pPr algn="l"/>
            <a:r>
              <a:rPr lang="en-US" sz="3600" dirty="0">
                <a:solidFill>
                  <a:schemeClr val="accent1"/>
                </a:solidFill>
              </a:rPr>
              <a:t>Multi-Class Classification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302209-EEC1-2D44-B02E-E68DDB6BDD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21" y="2635976"/>
            <a:ext cx="8227269" cy="3542776"/>
          </a:xfrm>
        </p:spPr>
        <p:txBody>
          <a:bodyPr>
            <a:normAutofit/>
          </a:bodyPr>
          <a:lstStyle/>
          <a:p>
            <a:r>
              <a:rPr lang="en-US" sz="1600"/>
              <a:t>Solution approach</a:t>
            </a:r>
            <a:r>
              <a:rPr lang="en-US" sz="1600" dirty="0"/>
              <a:t>/strategy</a:t>
            </a:r>
          </a:p>
        </p:txBody>
      </p:sp>
    </p:spTree>
    <p:extLst>
      <p:ext uri="{BB962C8B-B14F-4D97-AF65-F5344CB8AC3E}">
        <p14:creationId xmlns:p14="http://schemas.microsoft.com/office/powerpoint/2010/main" val="315677055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3BAF07C-C39E-42EB-BB22-8D46691D97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-1"/>
            <a:ext cx="12193061" cy="686920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8E9CF54-0466-4261-9E62-0249E60E18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33E32106-E8B1-4F76-9EE6-58537738A3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C32C2C46-A045-44FB-8A74-5EBD650C27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6A76F79C-6683-4940-BCF7-4BCCCEE406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4" name="Freeform 8">
              <a:extLst>
                <a:ext uri="{FF2B5EF4-FFF2-40B4-BE49-F238E27FC236}">
                  <a16:creationId xmlns:a16="http://schemas.microsoft.com/office/drawing/2014/main" id="{FF4675A3-6D07-4B1F-9BFC-AEBEA1AD06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5" name="Freeform 9">
              <a:extLst>
                <a:ext uri="{FF2B5EF4-FFF2-40B4-BE49-F238E27FC236}">
                  <a16:creationId xmlns:a16="http://schemas.microsoft.com/office/drawing/2014/main" id="{765E127A-B6B7-4B1D-B7BD-6C8C969D29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3BCA9D9E-C72C-4751-BFA9-10B85CACE3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080C708C-69BF-441B-AB75-C98160ED06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8" name="Freeform 12">
              <a:extLst>
                <a:ext uri="{FF2B5EF4-FFF2-40B4-BE49-F238E27FC236}">
                  <a16:creationId xmlns:a16="http://schemas.microsoft.com/office/drawing/2014/main" id="{3E79964E-F8F1-4763-8892-7BC3DAE306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9" name="Freeform 13">
              <a:extLst>
                <a:ext uri="{FF2B5EF4-FFF2-40B4-BE49-F238E27FC236}">
                  <a16:creationId xmlns:a16="http://schemas.microsoft.com/office/drawing/2014/main" id="{FE09592A-FCC9-4AE5-BA0B-730C6F3BBE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0" name="Freeform 14">
              <a:extLst>
                <a:ext uri="{FF2B5EF4-FFF2-40B4-BE49-F238E27FC236}">
                  <a16:creationId xmlns:a16="http://schemas.microsoft.com/office/drawing/2014/main" id="{96448994-820C-4BC1-ABF3-4579C6F99A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1" name="Freeform 15">
              <a:extLst>
                <a:ext uri="{FF2B5EF4-FFF2-40B4-BE49-F238E27FC236}">
                  <a16:creationId xmlns:a16="http://schemas.microsoft.com/office/drawing/2014/main" id="{9BB0D192-565A-42B9-B292-CC032D71A6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1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2" name="Freeform 16">
              <a:extLst>
                <a:ext uri="{FF2B5EF4-FFF2-40B4-BE49-F238E27FC236}">
                  <a16:creationId xmlns:a16="http://schemas.microsoft.com/office/drawing/2014/main" id="{6D1CA09C-5F40-4E92-A7E9-D1FCEE5128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1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3" name="Freeform 17">
              <a:extLst>
                <a:ext uri="{FF2B5EF4-FFF2-40B4-BE49-F238E27FC236}">
                  <a16:creationId xmlns:a16="http://schemas.microsoft.com/office/drawing/2014/main" id="{379F5AA5-2E14-4880-A5A6-07AEF2AD89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4" name="Freeform 18">
              <a:extLst>
                <a:ext uri="{FF2B5EF4-FFF2-40B4-BE49-F238E27FC236}">
                  <a16:creationId xmlns:a16="http://schemas.microsoft.com/office/drawing/2014/main" id="{EF14BD32-D239-4DA3-98B3-7752073657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5" name="Freeform 19">
              <a:extLst>
                <a:ext uri="{FF2B5EF4-FFF2-40B4-BE49-F238E27FC236}">
                  <a16:creationId xmlns:a16="http://schemas.microsoft.com/office/drawing/2014/main" id="{CF07B250-E5E4-4624-9BD7-8D513A67B7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6" name="Freeform 20">
              <a:extLst>
                <a:ext uri="{FF2B5EF4-FFF2-40B4-BE49-F238E27FC236}">
                  <a16:creationId xmlns:a16="http://schemas.microsoft.com/office/drawing/2014/main" id="{BCC5D120-7C8C-4290-865C-4EE6E4F245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7" name="Freeform 21">
              <a:extLst>
                <a:ext uri="{FF2B5EF4-FFF2-40B4-BE49-F238E27FC236}">
                  <a16:creationId xmlns:a16="http://schemas.microsoft.com/office/drawing/2014/main" id="{C24688C6-CAE5-4EF2-B2BA-A138DA0A24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8" name="Freeform 22">
              <a:extLst>
                <a:ext uri="{FF2B5EF4-FFF2-40B4-BE49-F238E27FC236}">
                  <a16:creationId xmlns:a16="http://schemas.microsoft.com/office/drawing/2014/main" id="{6BD31099-7C13-4901-A04F-632B1CD846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9" name="Freeform 23">
              <a:extLst>
                <a:ext uri="{FF2B5EF4-FFF2-40B4-BE49-F238E27FC236}">
                  <a16:creationId xmlns:a16="http://schemas.microsoft.com/office/drawing/2014/main" id="{679F5FF7-82B2-4033-8FBE-63170C9378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B3D296CC-CA82-4C71-A176-6A9FECDB82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2075000"/>
          </a:xfrm>
          <a:custGeom>
            <a:avLst/>
            <a:gdLst>
              <a:gd name="connsiteX0" fmla="*/ 0 w 12192000"/>
              <a:gd name="connsiteY0" fmla="*/ 0 h 2075000"/>
              <a:gd name="connsiteX1" fmla="*/ 12192000 w 12192000"/>
              <a:gd name="connsiteY1" fmla="*/ 0 h 2075000"/>
              <a:gd name="connsiteX2" fmla="*/ 12192000 w 12192000"/>
              <a:gd name="connsiteY2" fmla="*/ 558112 h 2075000"/>
              <a:gd name="connsiteX3" fmla="*/ 12192000 w 12192000"/>
              <a:gd name="connsiteY3" fmla="*/ 750237 h 2075000"/>
              <a:gd name="connsiteX4" fmla="*/ 12192000 w 12192000"/>
              <a:gd name="connsiteY4" fmla="*/ 1726055 h 2075000"/>
              <a:gd name="connsiteX5" fmla="*/ 12113803 w 12192000"/>
              <a:gd name="connsiteY5" fmla="*/ 1734338 h 2075000"/>
              <a:gd name="connsiteX6" fmla="*/ 6753597 w 12192000"/>
              <a:gd name="connsiteY6" fmla="*/ 2057895 h 2075000"/>
              <a:gd name="connsiteX7" fmla="*/ 400746 w 12192000"/>
              <a:gd name="connsiteY7" fmla="*/ 1886552 h 2075000"/>
              <a:gd name="connsiteX8" fmla="*/ 0 w 12192000"/>
              <a:gd name="connsiteY8" fmla="*/ 1849576 h 2075000"/>
              <a:gd name="connsiteX9" fmla="*/ 0 w 12192000"/>
              <a:gd name="connsiteY9" fmla="*/ 750237 h 2075000"/>
              <a:gd name="connsiteX10" fmla="*/ 0 w 12192000"/>
              <a:gd name="connsiteY10" fmla="*/ 558112 h 2075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92000" h="2075000">
                <a:moveTo>
                  <a:pt x="0" y="0"/>
                </a:moveTo>
                <a:lnTo>
                  <a:pt x="12192000" y="0"/>
                </a:lnTo>
                <a:lnTo>
                  <a:pt x="12192000" y="558112"/>
                </a:lnTo>
                <a:lnTo>
                  <a:pt x="12192000" y="750237"/>
                </a:lnTo>
                <a:lnTo>
                  <a:pt x="12192000" y="1726055"/>
                </a:lnTo>
                <a:lnTo>
                  <a:pt x="12113803" y="1734338"/>
                </a:lnTo>
                <a:cubicBezTo>
                  <a:pt x="10139508" y="1932287"/>
                  <a:pt x="8237152" y="2025290"/>
                  <a:pt x="6753597" y="2057895"/>
                </a:cubicBezTo>
                <a:cubicBezTo>
                  <a:pt x="4940362" y="2097744"/>
                  <a:pt x="2657278" y="2078414"/>
                  <a:pt x="400746" y="1886552"/>
                </a:cubicBezTo>
                <a:lnTo>
                  <a:pt x="0" y="1849576"/>
                </a:lnTo>
                <a:lnTo>
                  <a:pt x="0" y="750237"/>
                </a:lnTo>
                <a:lnTo>
                  <a:pt x="0" y="558112"/>
                </a:lnTo>
                <a:close/>
              </a:path>
            </a:pathLst>
          </a:custGeom>
          <a:solidFill>
            <a:schemeClr val="tx1"/>
          </a:solidFill>
          <a:ln w="444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42290B-11E4-DA42-996A-D150A5C13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20" y="762608"/>
            <a:ext cx="10481519" cy="1003932"/>
          </a:xfrm>
        </p:spPr>
        <p:txBody>
          <a:bodyPr anchor="ctr">
            <a:normAutofit/>
          </a:bodyPr>
          <a:lstStyle/>
          <a:p>
            <a:pPr algn="l"/>
            <a:r>
              <a:rPr lang="en-US" sz="3600" dirty="0">
                <a:solidFill>
                  <a:schemeClr val="accent1"/>
                </a:solidFill>
              </a:rPr>
              <a:t>Missing Value Estimation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302209-EEC1-2D44-B02E-E68DDB6BDD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21" y="2635976"/>
            <a:ext cx="8227269" cy="3542776"/>
          </a:xfrm>
        </p:spPr>
        <p:txBody>
          <a:bodyPr>
            <a:normAutofit/>
          </a:bodyPr>
          <a:lstStyle/>
          <a:p>
            <a:r>
              <a:rPr lang="en-US" sz="1600" dirty="0"/>
              <a:t>Definition</a:t>
            </a: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0152341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3BAF07C-C39E-42EB-BB22-8D46691D97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-1"/>
            <a:ext cx="12193061" cy="686920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8E9CF54-0466-4261-9E62-0249E60E18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33E32106-E8B1-4F76-9EE6-58537738A3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C32C2C46-A045-44FB-8A74-5EBD650C27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6A76F79C-6683-4940-BCF7-4BCCCEE406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4" name="Freeform 8">
              <a:extLst>
                <a:ext uri="{FF2B5EF4-FFF2-40B4-BE49-F238E27FC236}">
                  <a16:creationId xmlns:a16="http://schemas.microsoft.com/office/drawing/2014/main" id="{FF4675A3-6D07-4B1F-9BFC-AEBEA1AD06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5" name="Freeform 9">
              <a:extLst>
                <a:ext uri="{FF2B5EF4-FFF2-40B4-BE49-F238E27FC236}">
                  <a16:creationId xmlns:a16="http://schemas.microsoft.com/office/drawing/2014/main" id="{765E127A-B6B7-4B1D-B7BD-6C8C969D29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3BCA9D9E-C72C-4751-BFA9-10B85CACE3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080C708C-69BF-441B-AB75-C98160ED06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8" name="Freeform 12">
              <a:extLst>
                <a:ext uri="{FF2B5EF4-FFF2-40B4-BE49-F238E27FC236}">
                  <a16:creationId xmlns:a16="http://schemas.microsoft.com/office/drawing/2014/main" id="{3E79964E-F8F1-4763-8892-7BC3DAE306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9" name="Freeform 13">
              <a:extLst>
                <a:ext uri="{FF2B5EF4-FFF2-40B4-BE49-F238E27FC236}">
                  <a16:creationId xmlns:a16="http://schemas.microsoft.com/office/drawing/2014/main" id="{FE09592A-FCC9-4AE5-BA0B-730C6F3BBE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0" name="Freeform 14">
              <a:extLst>
                <a:ext uri="{FF2B5EF4-FFF2-40B4-BE49-F238E27FC236}">
                  <a16:creationId xmlns:a16="http://schemas.microsoft.com/office/drawing/2014/main" id="{96448994-820C-4BC1-ABF3-4579C6F99A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1" name="Freeform 15">
              <a:extLst>
                <a:ext uri="{FF2B5EF4-FFF2-40B4-BE49-F238E27FC236}">
                  <a16:creationId xmlns:a16="http://schemas.microsoft.com/office/drawing/2014/main" id="{9BB0D192-565A-42B9-B292-CC032D71A6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1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2" name="Freeform 16">
              <a:extLst>
                <a:ext uri="{FF2B5EF4-FFF2-40B4-BE49-F238E27FC236}">
                  <a16:creationId xmlns:a16="http://schemas.microsoft.com/office/drawing/2014/main" id="{6D1CA09C-5F40-4E92-A7E9-D1FCEE5128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1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3" name="Freeform 17">
              <a:extLst>
                <a:ext uri="{FF2B5EF4-FFF2-40B4-BE49-F238E27FC236}">
                  <a16:creationId xmlns:a16="http://schemas.microsoft.com/office/drawing/2014/main" id="{379F5AA5-2E14-4880-A5A6-07AEF2AD89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4" name="Freeform 18">
              <a:extLst>
                <a:ext uri="{FF2B5EF4-FFF2-40B4-BE49-F238E27FC236}">
                  <a16:creationId xmlns:a16="http://schemas.microsoft.com/office/drawing/2014/main" id="{EF14BD32-D239-4DA3-98B3-7752073657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5" name="Freeform 19">
              <a:extLst>
                <a:ext uri="{FF2B5EF4-FFF2-40B4-BE49-F238E27FC236}">
                  <a16:creationId xmlns:a16="http://schemas.microsoft.com/office/drawing/2014/main" id="{CF07B250-E5E4-4624-9BD7-8D513A67B7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6" name="Freeform 20">
              <a:extLst>
                <a:ext uri="{FF2B5EF4-FFF2-40B4-BE49-F238E27FC236}">
                  <a16:creationId xmlns:a16="http://schemas.microsoft.com/office/drawing/2014/main" id="{BCC5D120-7C8C-4290-865C-4EE6E4F245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7" name="Freeform 21">
              <a:extLst>
                <a:ext uri="{FF2B5EF4-FFF2-40B4-BE49-F238E27FC236}">
                  <a16:creationId xmlns:a16="http://schemas.microsoft.com/office/drawing/2014/main" id="{C24688C6-CAE5-4EF2-B2BA-A138DA0A24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8" name="Freeform 22">
              <a:extLst>
                <a:ext uri="{FF2B5EF4-FFF2-40B4-BE49-F238E27FC236}">
                  <a16:creationId xmlns:a16="http://schemas.microsoft.com/office/drawing/2014/main" id="{6BD31099-7C13-4901-A04F-632B1CD846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9" name="Freeform 23">
              <a:extLst>
                <a:ext uri="{FF2B5EF4-FFF2-40B4-BE49-F238E27FC236}">
                  <a16:creationId xmlns:a16="http://schemas.microsoft.com/office/drawing/2014/main" id="{679F5FF7-82B2-4033-8FBE-63170C9378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B3D296CC-CA82-4C71-A176-6A9FECDB82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2075000"/>
          </a:xfrm>
          <a:custGeom>
            <a:avLst/>
            <a:gdLst>
              <a:gd name="connsiteX0" fmla="*/ 0 w 12192000"/>
              <a:gd name="connsiteY0" fmla="*/ 0 h 2075000"/>
              <a:gd name="connsiteX1" fmla="*/ 12192000 w 12192000"/>
              <a:gd name="connsiteY1" fmla="*/ 0 h 2075000"/>
              <a:gd name="connsiteX2" fmla="*/ 12192000 w 12192000"/>
              <a:gd name="connsiteY2" fmla="*/ 558112 h 2075000"/>
              <a:gd name="connsiteX3" fmla="*/ 12192000 w 12192000"/>
              <a:gd name="connsiteY3" fmla="*/ 750237 h 2075000"/>
              <a:gd name="connsiteX4" fmla="*/ 12192000 w 12192000"/>
              <a:gd name="connsiteY4" fmla="*/ 1726055 h 2075000"/>
              <a:gd name="connsiteX5" fmla="*/ 12113803 w 12192000"/>
              <a:gd name="connsiteY5" fmla="*/ 1734338 h 2075000"/>
              <a:gd name="connsiteX6" fmla="*/ 6753597 w 12192000"/>
              <a:gd name="connsiteY6" fmla="*/ 2057895 h 2075000"/>
              <a:gd name="connsiteX7" fmla="*/ 400746 w 12192000"/>
              <a:gd name="connsiteY7" fmla="*/ 1886552 h 2075000"/>
              <a:gd name="connsiteX8" fmla="*/ 0 w 12192000"/>
              <a:gd name="connsiteY8" fmla="*/ 1849576 h 2075000"/>
              <a:gd name="connsiteX9" fmla="*/ 0 w 12192000"/>
              <a:gd name="connsiteY9" fmla="*/ 750237 h 2075000"/>
              <a:gd name="connsiteX10" fmla="*/ 0 w 12192000"/>
              <a:gd name="connsiteY10" fmla="*/ 558112 h 2075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92000" h="2075000">
                <a:moveTo>
                  <a:pt x="0" y="0"/>
                </a:moveTo>
                <a:lnTo>
                  <a:pt x="12192000" y="0"/>
                </a:lnTo>
                <a:lnTo>
                  <a:pt x="12192000" y="558112"/>
                </a:lnTo>
                <a:lnTo>
                  <a:pt x="12192000" y="750237"/>
                </a:lnTo>
                <a:lnTo>
                  <a:pt x="12192000" y="1726055"/>
                </a:lnTo>
                <a:lnTo>
                  <a:pt x="12113803" y="1734338"/>
                </a:lnTo>
                <a:cubicBezTo>
                  <a:pt x="10139508" y="1932287"/>
                  <a:pt x="8237152" y="2025290"/>
                  <a:pt x="6753597" y="2057895"/>
                </a:cubicBezTo>
                <a:cubicBezTo>
                  <a:pt x="4940362" y="2097744"/>
                  <a:pt x="2657278" y="2078414"/>
                  <a:pt x="400746" y="1886552"/>
                </a:cubicBezTo>
                <a:lnTo>
                  <a:pt x="0" y="1849576"/>
                </a:lnTo>
                <a:lnTo>
                  <a:pt x="0" y="750237"/>
                </a:lnTo>
                <a:lnTo>
                  <a:pt x="0" y="558112"/>
                </a:lnTo>
                <a:close/>
              </a:path>
            </a:pathLst>
          </a:custGeom>
          <a:solidFill>
            <a:schemeClr val="tx1"/>
          </a:solidFill>
          <a:ln w="444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42290B-11E4-DA42-996A-D150A5C13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20" y="762608"/>
            <a:ext cx="10481519" cy="1003932"/>
          </a:xfrm>
        </p:spPr>
        <p:txBody>
          <a:bodyPr anchor="ctr">
            <a:normAutofit/>
          </a:bodyPr>
          <a:lstStyle/>
          <a:p>
            <a:pPr algn="l"/>
            <a:r>
              <a:rPr lang="en-US" sz="3600" dirty="0">
                <a:solidFill>
                  <a:schemeClr val="accent1"/>
                </a:solidFill>
              </a:rPr>
              <a:t>Multi-label Classification: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302209-EEC1-2D44-B02E-E68DDB6BDD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21" y="2635976"/>
            <a:ext cx="8227269" cy="3542776"/>
          </a:xfrm>
        </p:spPr>
        <p:txBody>
          <a:bodyPr>
            <a:normAutofit/>
          </a:bodyPr>
          <a:lstStyle/>
          <a:p>
            <a:r>
              <a:rPr lang="en-US" sz="1600" dirty="0"/>
              <a:t>Definition</a:t>
            </a: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721758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3BAF07C-C39E-42EB-BB22-8D46691D97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-1"/>
            <a:ext cx="12193061" cy="686920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8E9CF54-0466-4261-9E62-0249E60E18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33E32106-E8B1-4F76-9EE6-58537738A3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C32C2C46-A045-44FB-8A74-5EBD650C27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6A76F79C-6683-4940-BCF7-4BCCCEE406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4" name="Freeform 8">
              <a:extLst>
                <a:ext uri="{FF2B5EF4-FFF2-40B4-BE49-F238E27FC236}">
                  <a16:creationId xmlns:a16="http://schemas.microsoft.com/office/drawing/2014/main" id="{FF4675A3-6D07-4B1F-9BFC-AEBEA1AD06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5" name="Freeform 9">
              <a:extLst>
                <a:ext uri="{FF2B5EF4-FFF2-40B4-BE49-F238E27FC236}">
                  <a16:creationId xmlns:a16="http://schemas.microsoft.com/office/drawing/2014/main" id="{765E127A-B6B7-4B1D-B7BD-6C8C969D29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3BCA9D9E-C72C-4751-BFA9-10B85CACE3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080C708C-69BF-441B-AB75-C98160ED06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8" name="Freeform 12">
              <a:extLst>
                <a:ext uri="{FF2B5EF4-FFF2-40B4-BE49-F238E27FC236}">
                  <a16:creationId xmlns:a16="http://schemas.microsoft.com/office/drawing/2014/main" id="{3E79964E-F8F1-4763-8892-7BC3DAE306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9" name="Freeform 13">
              <a:extLst>
                <a:ext uri="{FF2B5EF4-FFF2-40B4-BE49-F238E27FC236}">
                  <a16:creationId xmlns:a16="http://schemas.microsoft.com/office/drawing/2014/main" id="{FE09592A-FCC9-4AE5-BA0B-730C6F3BBE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0" name="Freeform 14">
              <a:extLst>
                <a:ext uri="{FF2B5EF4-FFF2-40B4-BE49-F238E27FC236}">
                  <a16:creationId xmlns:a16="http://schemas.microsoft.com/office/drawing/2014/main" id="{96448994-820C-4BC1-ABF3-4579C6F99A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1" name="Freeform 15">
              <a:extLst>
                <a:ext uri="{FF2B5EF4-FFF2-40B4-BE49-F238E27FC236}">
                  <a16:creationId xmlns:a16="http://schemas.microsoft.com/office/drawing/2014/main" id="{9BB0D192-565A-42B9-B292-CC032D71A6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1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2" name="Freeform 16">
              <a:extLst>
                <a:ext uri="{FF2B5EF4-FFF2-40B4-BE49-F238E27FC236}">
                  <a16:creationId xmlns:a16="http://schemas.microsoft.com/office/drawing/2014/main" id="{6D1CA09C-5F40-4E92-A7E9-D1FCEE5128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1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3" name="Freeform 17">
              <a:extLst>
                <a:ext uri="{FF2B5EF4-FFF2-40B4-BE49-F238E27FC236}">
                  <a16:creationId xmlns:a16="http://schemas.microsoft.com/office/drawing/2014/main" id="{379F5AA5-2E14-4880-A5A6-07AEF2AD89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4" name="Freeform 18">
              <a:extLst>
                <a:ext uri="{FF2B5EF4-FFF2-40B4-BE49-F238E27FC236}">
                  <a16:creationId xmlns:a16="http://schemas.microsoft.com/office/drawing/2014/main" id="{EF14BD32-D239-4DA3-98B3-7752073657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5" name="Freeform 19">
              <a:extLst>
                <a:ext uri="{FF2B5EF4-FFF2-40B4-BE49-F238E27FC236}">
                  <a16:creationId xmlns:a16="http://schemas.microsoft.com/office/drawing/2014/main" id="{CF07B250-E5E4-4624-9BD7-8D513A67B7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6" name="Freeform 20">
              <a:extLst>
                <a:ext uri="{FF2B5EF4-FFF2-40B4-BE49-F238E27FC236}">
                  <a16:creationId xmlns:a16="http://schemas.microsoft.com/office/drawing/2014/main" id="{BCC5D120-7C8C-4290-865C-4EE6E4F245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7" name="Freeform 21">
              <a:extLst>
                <a:ext uri="{FF2B5EF4-FFF2-40B4-BE49-F238E27FC236}">
                  <a16:creationId xmlns:a16="http://schemas.microsoft.com/office/drawing/2014/main" id="{C24688C6-CAE5-4EF2-B2BA-A138DA0A24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8" name="Freeform 22">
              <a:extLst>
                <a:ext uri="{FF2B5EF4-FFF2-40B4-BE49-F238E27FC236}">
                  <a16:creationId xmlns:a16="http://schemas.microsoft.com/office/drawing/2014/main" id="{6BD31099-7C13-4901-A04F-632B1CD846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9" name="Freeform 23">
              <a:extLst>
                <a:ext uri="{FF2B5EF4-FFF2-40B4-BE49-F238E27FC236}">
                  <a16:creationId xmlns:a16="http://schemas.microsoft.com/office/drawing/2014/main" id="{679F5FF7-82B2-4033-8FBE-63170C9378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B3D296CC-CA82-4C71-A176-6A9FECDB82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2075000"/>
          </a:xfrm>
          <a:custGeom>
            <a:avLst/>
            <a:gdLst>
              <a:gd name="connsiteX0" fmla="*/ 0 w 12192000"/>
              <a:gd name="connsiteY0" fmla="*/ 0 h 2075000"/>
              <a:gd name="connsiteX1" fmla="*/ 12192000 w 12192000"/>
              <a:gd name="connsiteY1" fmla="*/ 0 h 2075000"/>
              <a:gd name="connsiteX2" fmla="*/ 12192000 w 12192000"/>
              <a:gd name="connsiteY2" fmla="*/ 558112 h 2075000"/>
              <a:gd name="connsiteX3" fmla="*/ 12192000 w 12192000"/>
              <a:gd name="connsiteY3" fmla="*/ 750237 h 2075000"/>
              <a:gd name="connsiteX4" fmla="*/ 12192000 w 12192000"/>
              <a:gd name="connsiteY4" fmla="*/ 1726055 h 2075000"/>
              <a:gd name="connsiteX5" fmla="*/ 12113803 w 12192000"/>
              <a:gd name="connsiteY5" fmla="*/ 1734338 h 2075000"/>
              <a:gd name="connsiteX6" fmla="*/ 6753597 w 12192000"/>
              <a:gd name="connsiteY6" fmla="*/ 2057895 h 2075000"/>
              <a:gd name="connsiteX7" fmla="*/ 400746 w 12192000"/>
              <a:gd name="connsiteY7" fmla="*/ 1886552 h 2075000"/>
              <a:gd name="connsiteX8" fmla="*/ 0 w 12192000"/>
              <a:gd name="connsiteY8" fmla="*/ 1849576 h 2075000"/>
              <a:gd name="connsiteX9" fmla="*/ 0 w 12192000"/>
              <a:gd name="connsiteY9" fmla="*/ 750237 h 2075000"/>
              <a:gd name="connsiteX10" fmla="*/ 0 w 12192000"/>
              <a:gd name="connsiteY10" fmla="*/ 558112 h 2075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92000" h="2075000">
                <a:moveTo>
                  <a:pt x="0" y="0"/>
                </a:moveTo>
                <a:lnTo>
                  <a:pt x="12192000" y="0"/>
                </a:lnTo>
                <a:lnTo>
                  <a:pt x="12192000" y="558112"/>
                </a:lnTo>
                <a:lnTo>
                  <a:pt x="12192000" y="750237"/>
                </a:lnTo>
                <a:lnTo>
                  <a:pt x="12192000" y="1726055"/>
                </a:lnTo>
                <a:lnTo>
                  <a:pt x="12113803" y="1734338"/>
                </a:lnTo>
                <a:cubicBezTo>
                  <a:pt x="10139508" y="1932287"/>
                  <a:pt x="8237152" y="2025290"/>
                  <a:pt x="6753597" y="2057895"/>
                </a:cubicBezTo>
                <a:cubicBezTo>
                  <a:pt x="4940362" y="2097744"/>
                  <a:pt x="2657278" y="2078414"/>
                  <a:pt x="400746" y="1886552"/>
                </a:cubicBezTo>
                <a:lnTo>
                  <a:pt x="0" y="1849576"/>
                </a:lnTo>
                <a:lnTo>
                  <a:pt x="0" y="750237"/>
                </a:lnTo>
                <a:lnTo>
                  <a:pt x="0" y="558112"/>
                </a:lnTo>
                <a:close/>
              </a:path>
            </a:pathLst>
          </a:custGeom>
          <a:solidFill>
            <a:schemeClr val="tx1"/>
          </a:solidFill>
          <a:ln w="444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9D79A3C-0CA7-6441-9489-6A11B6C09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20" y="762608"/>
            <a:ext cx="10481519" cy="1003932"/>
          </a:xfrm>
        </p:spPr>
        <p:txBody>
          <a:bodyPr anchor="ctr">
            <a:normAutofit/>
          </a:bodyPr>
          <a:lstStyle/>
          <a:p>
            <a:pPr algn="l"/>
            <a:r>
              <a:rPr lang="en-US" sz="3600" dirty="0">
                <a:solidFill>
                  <a:schemeClr val="accent1"/>
                </a:solidFill>
              </a:rPr>
              <a:t>Time Series Classification &amp; Prediction Deep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C93F83-EB0B-0B46-BDBC-4D91ACBDE8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21" y="2635976"/>
            <a:ext cx="8227269" cy="3542776"/>
          </a:xfrm>
        </p:spPr>
        <p:txBody>
          <a:bodyPr>
            <a:normAutofit/>
          </a:bodyPr>
          <a:lstStyle/>
          <a:p>
            <a:r>
              <a:rPr lang="en-US" sz="1600" dirty="0"/>
              <a:t>Definition</a:t>
            </a: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8344999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Atlas">
  <a:themeElements>
    <a:clrScheme name="Atlas">
      <a:dk1>
        <a:sysClr val="windowText" lastClr="000000"/>
      </a:dk1>
      <a:lt1>
        <a:sysClr val="window" lastClr="FFFFFF"/>
      </a:lt1>
      <a:dk2>
        <a:srgbClr val="454545"/>
      </a:dk2>
      <a:lt2>
        <a:srgbClr val="E0E0E0"/>
      </a:lt2>
      <a:accent1>
        <a:srgbClr val="F81B02"/>
      </a:accent1>
      <a:accent2>
        <a:srgbClr val="FC7715"/>
      </a:accent2>
      <a:accent3>
        <a:srgbClr val="AFBF41"/>
      </a:accent3>
      <a:accent4>
        <a:srgbClr val="50C49F"/>
      </a:accent4>
      <a:accent5>
        <a:srgbClr val="3B95C4"/>
      </a:accent5>
      <a:accent6>
        <a:srgbClr val="B560D4"/>
      </a:accent6>
      <a:hlink>
        <a:srgbClr val="FC5A1A"/>
      </a:hlink>
      <a:folHlink>
        <a:srgbClr val="B49E74"/>
      </a:folHlink>
    </a:clrScheme>
    <a:fontScheme name="Atlas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tlas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alpha val="60000"/>
                <a:satMod val="109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90000"/>
            </a:schemeClr>
          </a:solidFill>
          <a:prstDash val="solid"/>
        </a:ln>
        <a:ln w="15875" cap="flat" cmpd="sng" algn="ctr">
          <a:solidFill>
            <a:schemeClr val="phClr">
              <a:shade val="9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0" h="0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10000">
              <a:schemeClr val="phClr">
                <a:tint val="94000"/>
                <a:lumMod val="116000"/>
              </a:schemeClr>
            </a:gs>
            <a:gs pos="100000">
              <a:schemeClr val="phClr">
                <a:tint val="98000"/>
                <a:shade val="86000"/>
                <a:satMod val="90000"/>
                <a:lumMod val="88000"/>
              </a:schemeClr>
            </a:gs>
          </a:gsLst>
          <a:path path="circle">
            <a:fillToRect l="50000" t="15000" r="50000" b="169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tlas" id="{5156B0E4-0EB1-49FE-A26B-15F6F698AEC6}" vid="{508F7963-D0B5-43F7-BB2C-FCE3009C08E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394</TotalTime>
  <Words>35</Words>
  <Application>Microsoft Macintosh PowerPoint</Application>
  <PresentationFormat>Widescreen</PresentationFormat>
  <Paragraphs>12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Calibri Light</vt:lpstr>
      <vt:lpstr>Rockwell</vt:lpstr>
      <vt:lpstr>Wingdings</vt:lpstr>
      <vt:lpstr>Atlas</vt:lpstr>
      <vt:lpstr>Machine Learning Project</vt:lpstr>
      <vt:lpstr>Multi-Class Classification</vt:lpstr>
      <vt:lpstr>Multi-Class Classification</vt:lpstr>
      <vt:lpstr>Missing Value Estimation</vt:lpstr>
      <vt:lpstr>Multi-label Classification:</vt:lpstr>
      <vt:lpstr>Time Series Classification &amp; Prediction Deep Learning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Machine Learning Project</dc:title>
  <dc:creator>Bryan Nonni</dc:creator>
  <cp:lastModifiedBy>Bryan Nonni</cp:lastModifiedBy>
  <cp:revision>4</cp:revision>
  <dcterms:created xsi:type="dcterms:W3CDTF">2019-12-03T07:07:19Z</dcterms:created>
  <dcterms:modified xsi:type="dcterms:W3CDTF">2019-12-03T13:41:51Z</dcterms:modified>
</cp:coreProperties>
</file>