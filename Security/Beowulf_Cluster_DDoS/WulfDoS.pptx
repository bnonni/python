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7A3358-1F05-454A-82CB-E3DA8D8C8B68}" v="7" dt="2019-11-19T16:35:27.4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8" d="100"/>
          <a:sy n="68" d="100"/>
        </p:scale>
        <p:origin x="538" y="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mmy Petit H" userId="c37d0e87370be55b" providerId="LiveId" clId="{647A3358-1F05-454A-82CB-E3DA8D8C8B68}"/>
    <pc:docChg chg="undo custSel mod addSld delSld modSld">
      <pc:chgData name="Jimmy Petit H" userId="c37d0e87370be55b" providerId="LiveId" clId="{647A3358-1F05-454A-82CB-E3DA8D8C8B68}" dt="2019-11-19T16:35:27.438" v="106"/>
      <pc:docMkLst>
        <pc:docMk/>
      </pc:docMkLst>
      <pc:sldChg chg="addSp delSp modSp mod setBg setClrOvrMap">
        <pc:chgData name="Jimmy Petit H" userId="c37d0e87370be55b" providerId="LiveId" clId="{647A3358-1F05-454A-82CB-E3DA8D8C8B68}" dt="2019-11-19T16:34:04.150" v="105" actId="27636"/>
        <pc:sldMkLst>
          <pc:docMk/>
          <pc:sldMk cId="525853257" sldId="260"/>
        </pc:sldMkLst>
        <pc:spChg chg="mod">
          <ac:chgData name="Jimmy Petit H" userId="c37d0e87370be55b" providerId="LiveId" clId="{647A3358-1F05-454A-82CB-E3DA8D8C8B68}" dt="2019-11-19T16:34:04.105" v="104" actId="26606"/>
          <ac:spMkLst>
            <pc:docMk/>
            <pc:sldMk cId="525853257" sldId="260"/>
            <ac:spMk id="2" creationId="{48411721-F9F9-422F-9678-D23D8E8A97DB}"/>
          </ac:spMkLst>
        </pc:spChg>
        <pc:spChg chg="mod ord">
          <ac:chgData name="Jimmy Petit H" userId="c37d0e87370be55b" providerId="LiveId" clId="{647A3358-1F05-454A-82CB-E3DA8D8C8B68}" dt="2019-11-19T16:34:04.150" v="105" actId="27636"/>
          <ac:spMkLst>
            <pc:docMk/>
            <pc:sldMk cId="525853257" sldId="260"/>
            <ac:spMk id="3" creationId="{46B16D62-B4AB-498C-8200-5B1385F6AFD9}"/>
          </ac:spMkLst>
        </pc:spChg>
        <pc:spChg chg="del">
          <ac:chgData name="Jimmy Petit H" userId="c37d0e87370be55b" providerId="LiveId" clId="{647A3358-1F05-454A-82CB-E3DA8D8C8B68}" dt="2019-11-19T16:33:17.212" v="82"/>
          <ac:spMkLst>
            <pc:docMk/>
            <pc:sldMk cId="525853257" sldId="260"/>
            <ac:spMk id="4" creationId="{C190C9FD-BC30-47E6-855C-C150E9DCAA16}"/>
          </ac:spMkLst>
        </pc:spChg>
        <pc:spChg chg="add del">
          <ac:chgData name="Jimmy Petit H" userId="c37d0e87370be55b" providerId="LiveId" clId="{647A3358-1F05-454A-82CB-E3DA8D8C8B68}" dt="2019-11-19T16:33:41.564" v="87" actId="26606"/>
          <ac:spMkLst>
            <pc:docMk/>
            <pc:sldMk cId="525853257" sldId="260"/>
            <ac:spMk id="14" creationId="{989BE678-777B-482A-A616-FEDC47B162E5}"/>
          </ac:spMkLst>
        </pc:spChg>
        <pc:spChg chg="add del">
          <ac:chgData name="Jimmy Petit H" userId="c37d0e87370be55b" providerId="LiveId" clId="{647A3358-1F05-454A-82CB-E3DA8D8C8B68}" dt="2019-11-19T16:33:41.564" v="87" actId="26606"/>
          <ac:spMkLst>
            <pc:docMk/>
            <pc:sldMk cId="525853257" sldId="260"/>
            <ac:spMk id="20" creationId="{D28BE0C3-2102-4820-B88B-A448B1840D14}"/>
          </ac:spMkLst>
        </pc:spChg>
        <pc:spChg chg="add del">
          <ac:chgData name="Jimmy Petit H" userId="c37d0e87370be55b" providerId="LiveId" clId="{647A3358-1F05-454A-82CB-E3DA8D8C8B68}" dt="2019-11-19T16:33:41.564" v="87" actId="26606"/>
          <ac:spMkLst>
            <pc:docMk/>
            <pc:sldMk cId="525853257" sldId="260"/>
            <ac:spMk id="22" creationId="{A26E2FAE-FA60-497B-B2CB-7702C6FF3A3F}"/>
          </ac:spMkLst>
        </pc:spChg>
        <pc:spChg chg="add del">
          <ac:chgData name="Jimmy Petit H" userId="c37d0e87370be55b" providerId="LiveId" clId="{647A3358-1F05-454A-82CB-E3DA8D8C8B68}" dt="2019-11-19T16:33:43.590" v="89" actId="26606"/>
          <ac:spMkLst>
            <pc:docMk/>
            <pc:sldMk cId="525853257" sldId="260"/>
            <ac:spMk id="24" creationId="{61752F1D-FC0F-4103-9584-630E643CCDA6}"/>
          </ac:spMkLst>
        </pc:spChg>
        <pc:spChg chg="add del">
          <ac:chgData name="Jimmy Petit H" userId="c37d0e87370be55b" providerId="LiveId" clId="{647A3358-1F05-454A-82CB-E3DA8D8C8B68}" dt="2019-11-19T16:33:43.590" v="89" actId="26606"/>
          <ac:spMkLst>
            <pc:docMk/>
            <pc:sldMk cId="525853257" sldId="260"/>
            <ac:spMk id="26" creationId="{70151CB7-E7DE-4917-B831-01DF9CE01306}"/>
          </ac:spMkLst>
        </pc:spChg>
        <pc:spChg chg="add del">
          <ac:chgData name="Jimmy Petit H" userId="c37d0e87370be55b" providerId="LiveId" clId="{647A3358-1F05-454A-82CB-E3DA8D8C8B68}" dt="2019-11-19T16:33:43.590" v="89" actId="26606"/>
          <ac:spMkLst>
            <pc:docMk/>
            <pc:sldMk cId="525853257" sldId="260"/>
            <ac:spMk id="28" creationId="{A92A1116-1C84-41DF-B803-1F7B0883EC82}"/>
          </ac:spMkLst>
        </pc:spChg>
        <pc:spChg chg="add del">
          <ac:chgData name="Jimmy Petit H" userId="c37d0e87370be55b" providerId="LiveId" clId="{647A3358-1F05-454A-82CB-E3DA8D8C8B68}" dt="2019-11-19T16:33:43.590" v="89" actId="26606"/>
          <ac:spMkLst>
            <pc:docMk/>
            <pc:sldMk cId="525853257" sldId="260"/>
            <ac:spMk id="29" creationId="{4AC0CD9D-7610-4620-93B4-798CCD9AB581}"/>
          </ac:spMkLst>
        </pc:spChg>
        <pc:spChg chg="add del">
          <ac:chgData name="Jimmy Petit H" userId="c37d0e87370be55b" providerId="LiveId" clId="{647A3358-1F05-454A-82CB-E3DA8D8C8B68}" dt="2019-11-19T16:33:43.590" v="89" actId="26606"/>
          <ac:spMkLst>
            <pc:docMk/>
            <pc:sldMk cId="525853257" sldId="260"/>
            <ac:spMk id="32" creationId="{DE4D62F9-188E-4530-84C2-24BDEE4BEB82}"/>
          </ac:spMkLst>
        </pc:spChg>
        <pc:spChg chg="add del">
          <ac:chgData name="Jimmy Petit H" userId="c37d0e87370be55b" providerId="LiveId" clId="{647A3358-1F05-454A-82CB-E3DA8D8C8B68}" dt="2019-11-19T16:33:43.590" v="89" actId="26606"/>
          <ac:spMkLst>
            <pc:docMk/>
            <pc:sldMk cId="525853257" sldId="260"/>
            <ac:spMk id="33" creationId="{B4AAD3FD-83A5-4B89-9F8F-01B8870865BE}"/>
          </ac:spMkLst>
        </pc:spChg>
        <pc:spChg chg="add del">
          <ac:chgData name="Jimmy Petit H" userId="c37d0e87370be55b" providerId="LiveId" clId="{647A3358-1F05-454A-82CB-E3DA8D8C8B68}" dt="2019-11-19T16:33:47.743" v="92" actId="26606"/>
          <ac:spMkLst>
            <pc:docMk/>
            <pc:sldMk cId="525853257" sldId="260"/>
            <ac:spMk id="37" creationId="{4AC0CD9D-7610-4620-93B4-798CCD9AB581}"/>
          </ac:spMkLst>
        </pc:spChg>
        <pc:spChg chg="add del">
          <ac:chgData name="Jimmy Petit H" userId="c37d0e87370be55b" providerId="LiveId" clId="{647A3358-1F05-454A-82CB-E3DA8D8C8B68}" dt="2019-11-19T16:33:47.743" v="92" actId="26606"/>
          <ac:spMkLst>
            <pc:docMk/>
            <pc:sldMk cId="525853257" sldId="260"/>
            <ac:spMk id="40" creationId="{DE4D62F9-188E-4530-84C2-24BDEE4BEB82}"/>
          </ac:spMkLst>
        </pc:spChg>
        <pc:spChg chg="add del">
          <ac:chgData name="Jimmy Petit H" userId="c37d0e87370be55b" providerId="LiveId" clId="{647A3358-1F05-454A-82CB-E3DA8D8C8B68}" dt="2019-11-19T16:33:47.743" v="92" actId="26606"/>
          <ac:spMkLst>
            <pc:docMk/>
            <pc:sldMk cId="525853257" sldId="260"/>
            <ac:spMk id="41" creationId="{EE4E366E-272A-409E-840F-9A6A64A9E3FF}"/>
          </ac:spMkLst>
        </pc:spChg>
        <pc:spChg chg="add del">
          <ac:chgData name="Jimmy Petit H" userId="c37d0e87370be55b" providerId="LiveId" clId="{647A3358-1F05-454A-82CB-E3DA8D8C8B68}" dt="2019-11-19T16:33:47.743" v="92" actId="26606"/>
          <ac:spMkLst>
            <pc:docMk/>
            <pc:sldMk cId="525853257" sldId="260"/>
            <ac:spMk id="42" creationId="{A721560C-E4AB-4287-A29C-3F6916794CB9}"/>
          </ac:spMkLst>
        </pc:spChg>
        <pc:spChg chg="add del">
          <ac:chgData name="Jimmy Petit H" userId="c37d0e87370be55b" providerId="LiveId" clId="{647A3358-1F05-454A-82CB-E3DA8D8C8B68}" dt="2019-11-19T16:33:47.743" v="92" actId="26606"/>
          <ac:spMkLst>
            <pc:docMk/>
            <pc:sldMk cId="525853257" sldId="260"/>
            <ac:spMk id="43" creationId="{DF6CFF07-D953-4F9C-9A0E-E0A6AACB6158}"/>
          </ac:spMkLst>
        </pc:spChg>
        <pc:spChg chg="add del">
          <ac:chgData name="Jimmy Petit H" userId="c37d0e87370be55b" providerId="LiveId" clId="{647A3358-1F05-454A-82CB-E3DA8D8C8B68}" dt="2019-11-19T16:33:47.743" v="92" actId="26606"/>
          <ac:spMkLst>
            <pc:docMk/>
            <pc:sldMk cId="525853257" sldId="260"/>
            <ac:spMk id="44" creationId="{DAA4FEEE-0B5F-41BF-825D-60F9FB089568}"/>
          </ac:spMkLst>
        </pc:spChg>
        <pc:spChg chg="add del">
          <ac:chgData name="Jimmy Petit H" userId="c37d0e87370be55b" providerId="LiveId" clId="{647A3358-1F05-454A-82CB-E3DA8D8C8B68}" dt="2019-11-19T16:33:52.872" v="94" actId="26606"/>
          <ac:spMkLst>
            <pc:docMk/>
            <pc:sldMk cId="525853257" sldId="260"/>
            <ac:spMk id="48" creationId="{989BE678-777B-482A-A616-FEDC47B162E5}"/>
          </ac:spMkLst>
        </pc:spChg>
        <pc:spChg chg="add del">
          <ac:chgData name="Jimmy Petit H" userId="c37d0e87370be55b" providerId="LiveId" clId="{647A3358-1F05-454A-82CB-E3DA8D8C8B68}" dt="2019-11-19T16:33:52.872" v="94" actId="26606"/>
          <ac:spMkLst>
            <pc:docMk/>
            <pc:sldMk cId="525853257" sldId="260"/>
            <ac:spMk id="51" creationId="{D28BE0C3-2102-4820-B88B-A448B1840D14}"/>
          </ac:spMkLst>
        </pc:spChg>
        <pc:spChg chg="add del">
          <ac:chgData name="Jimmy Petit H" userId="c37d0e87370be55b" providerId="LiveId" clId="{647A3358-1F05-454A-82CB-E3DA8D8C8B68}" dt="2019-11-19T16:33:52.872" v="94" actId="26606"/>
          <ac:spMkLst>
            <pc:docMk/>
            <pc:sldMk cId="525853257" sldId="260"/>
            <ac:spMk id="52" creationId="{0D187C4E-14B9-4504-B200-5127823FA78C}"/>
          </ac:spMkLst>
        </pc:spChg>
        <pc:spChg chg="add del">
          <ac:chgData name="Jimmy Petit H" userId="c37d0e87370be55b" providerId="LiveId" clId="{647A3358-1F05-454A-82CB-E3DA8D8C8B68}" dt="2019-11-19T16:33:54.885" v="96" actId="26606"/>
          <ac:spMkLst>
            <pc:docMk/>
            <pc:sldMk cId="525853257" sldId="260"/>
            <ac:spMk id="56" creationId="{989BE678-777B-482A-A616-FEDC47B162E5}"/>
          </ac:spMkLst>
        </pc:spChg>
        <pc:spChg chg="add del">
          <ac:chgData name="Jimmy Petit H" userId="c37d0e87370be55b" providerId="LiveId" clId="{647A3358-1F05-454A-82CB-E3DA8D8C8B68}" dt="2019-11-19T16:33:54.885" v="96" actId="26606"/>
          <ac:spMkLst>
            <pc:docMk/>
            <pc:sldMk cId="525853257" sldId="260"/>
            <ac:spMk id="59" creationId="{D28BE0C3-2102-4820-B88B-A448B1840D14}"/>
          </ac:spMkLst>
        </pc:spChg>
        <pc:spChg chg="add del">
          <ac:chgData name="Jimmy Petit H" userId="c37d0e87370be55b" providerId="LiveId" clId="{647A3358-1F05-454A-82CB-E3DA8D8C8B68}" dt="2019-11-19T16:33:54.885" v="96" actId="26606"/>
          <ac:spMkLst>
            <pc:docMk/>
            <pc:sldMk cId="525853257" sldId="260"/>
            <ac:spMk id="60" creationId="{4F571EA7-BDC6-4E6F-A47A-B5D39E5E70CF}"/>
          </ac:spMkLst>
        </pc:spChg>
        <pc:spChg chg="add del">
          <ac:chgData name="Jimmy Petit H" userId="c37d0e87370be55b" providerId="LiveId" clId="{647A3358-1F05-454A-82CB-E3DA8D8C8B68}" dt="2019-11-19T16:33:54.885" v="96" actId="26606"/>
          <ac:spMkLst>
            <pc:docMk/>
            <pc:sldMk cId="525853257" sldId="260"/>
            <ac:spMk id="61" creationId="{526152D8-615F-4A5A-886D-E14B136CD0D4}"/>
          </ac:spMkLst>
        </pc:spChg>
        <pc:spChg chg="add del">
          <ac:chgData name="Jimmy Petit H" userId="c37d0e87370be55b" providerId="LiveId" clId="{647A3358-1F05-454A-82CB-E3DA8D8C8B68}" dt="2019-11-19T16:34:00.216" v="98" actId="26606"/>
          <ac:spMkLst>
            <pc:docMk/>
            <pc:sldMk cId="525853257" sldId="260"/>
            <ac:spMk id="65" creationId="{989BE678-777B-482A-A616-FEDC47B162E5}"/>
          </ac:spMkLst>
        </pc:spChg>
        <pc:spChg chg="add del">
          <ac:chgData name="Jimmy Petit H" userId="c37d0e87370be55b" providerId="LiveId" clId="{647A3358-1F05-454A-82CB-E3DA8D8C8B68}" dt="2019-11-19T16:34:00.216" v="98" actId="26606"/>
          <ac:spMkLst>
            <pc:docMk/>
            <pc:sldMk cId="525853257" sldId="260"/>
            <ac:spMk id="68" creationId="{D28BE0C3-2102-4820-B88B-A448B1840D14}"/>
          </ac:spMkLst>
        </pc:spChg>
        <pc:spChg chg="add del">
          <ac:chgData name="Jimmy Petit H" userId="c37d0e87370be55b" providerId="LiveId" clId="{647A3358-1F05-454A-82CB-E3DA8D8C8B68}" dt="2019-11-19T16:34:01.841" v="101" actId="26606"/>
          <ac:spMkLst>
            <pc:docMk/>
            <pc:sldMk cId="525853257" sldId="260"/>
            <ac:spMk id="72" creationId="{4AC0CD9D-7610-4620-93B4-798CCD9AB581}"/>
          </ac:spMkLst>
        </pc:spChg>
        <pc:spChg chg="add del">
          <ac:chgData name="Jimmy Petit H" userId="c37d0e87370be55b" providerId="LiveId" clId="{647A3358-1F05-454A-82CB-E3DA8D8C8B68}" dt="2019-11-19T16:34:01.841" v="101" actId="26606"/>
          <ac:spMkLst>
            <pc:docMk/>
            <pc:sldMk cId="525853257" sldId="260"/>
            <ac:spMk id="75" creationId="{DE4D62F9-188E-4530-84C2-24BDEE4BEB82}"/>
          </ac:spMkLst>
        </pc:spChg>
        <pc:spChg chg="add del">
          <ac:chgData name="Jimmy Petit H" userId="c37d0e87370be55b" providerId="LiveId" clId="{647A3358-1F05-454A-82CB-E3DA8D8C8B68}" dt="2019-11-19T16:34:01.841" v="101" actId="26606"/>
          <ac:spMkLst>
            <pc:docMk/>
            <pc:sldMk cId="525853257" sldId="260"/>
            <ac:spMk id="76" creationId="{EE4E366E-272A-409E-840F-9A6A64A9E3FF}"/>
          </ac:spMkLst>
        </pc:spChg>
        <pc:spChg chg="add del">
          <ac:chgData name="Jimmy Petit H" userId="c37d0e87370be55b" providerId="LiveId" clId="{647A3358-1F05-454A-82CB-E3DA8D8C8B68}" dt="2019-11-19T16:34:01.841" v="101" actId="26606"/>
          <ac:spMkLst>
            <pc:docMk/>
            <pc:sldMk cId="525853257" sldId="260"/>
            <ac:spMk id="77" creationId="{A721560C-E4AB-4287-A29C-3F6916794CB9}"/>
          </ac:spMkLst>
        </pc:spChg>
        <pc:spChg chg="add del">
          <ac:chgData name="Jimmy Petit H" userId="c37d0e87370be55b" providerId="LiveId" clId="{647A3358-1F05-454A-82CB-E3DA8D8C8B68}" dt="2019-11-19T16:34:01.841" v="101" actId="26606"/>
          <ac:spMkLst>
            <pc:docMk/>
            <pc:sldMk cId="525853257" sldId="260"/>
            <ac:spMk id="78" creationId="{DF6CFF07-D953-4F9C-9A0E-E0A6AACB6158}"/>
          </ac:spMkLst>
        </pc:spChg>
        <pc:spChg chg="add del">
          <ac:chgData name="Jimmy Petit H" userId="c37d0e87370be55b" providerId="LiveId" clId="{647A3358-1F05-454A-82CB-E3DA8D8C8B68}" dt="2019-11-19T16:34:01.841" v="101" actId="26606"/>
          <ac:spMkLst>
            <pc:docMk/>
            <pc:sldMk cId="525853257" sldId="260"/>
            <ac:spMk id="79" creationId="{DAA4FEEE-0B5F-41BF-825D-60F9FB089568}"/>
          </ac:spMkLst>
        </pc:spChg>
        <pc:spChg chg="add del">
          <ac:chgData name="Jimmy Petit H" userId="c37d0e87370be55b" providerId="LiveId" clId="{647A3358-1F05-454A-82CB-E3DA8D8C8B68}" dt="2019-11-19T16:34:04.029" v="103" actId="26606"/>
          <ac:spMkLst>
            <pc:docMk/>
            <pc:sldMk cId="525853257" sldId="260"/>
            <ac:spMk id="83" creationId="{4AC0CD9D-7610-4620-93B4-798CCD9AB581}"/>
          </ac:spMkLst>
        </pc:spChg>
        <pc:spChg chg="add del">
          <ac:chgData name="Jimmy Petit H" userId="c37d0e87370be55b" providerId="LiveId" clId="{647A3358-1F05-454A-82CB-E3DA8D8C8B68}" dt="2019-11-19T16:34:04.029" v="103" actId="26606"/>
          <ac:spMkLst>
            <pc:docMk/>
            <pc:sldMk cId="525853257" sldId="260"/>
            <ac:spMk id="86" creationId="{DE4D62F9-188E-4530-84C2-24BDEE4BEB82}"/>
          </ac:spMkLst>
        </pc:spChg>
        <pc:spChg chg="add del">
          <ac:chgData name="Jimmy Petit H" userId="c37d0e87370be55b" providerId="LiveId" clId="{647A3358-1F05-454A-82CB-E3DA8D8C8B68}" dt="2019-11-19T16:34:04.029" v="103" actId="26606"/>
          <ac:spMkLst>
            <pc:docMk/>
            <pc:sldMk cId="525853257" sldId="260"/>
            <ac:spMk id="87" creationId="{B4AAD3FD-83A5-4B89-9F8F-01B8870865BE}"/>
          </ac:spMkLst>
        </pc:spChg>
        <pc:spChg chg="add del">
          <ac:chgData name="Jimmy Petit H" userId="c37d0e87370be55b" providerId="LiveId" clId="{647A3358-1F05-454A-82CB-E3DA8D8C8B68}" dt="2019-11-19T16:34:04.029" v="103" actId="26606"/>
          <ac:spMkLst>
            <pc:docMk/>
            <pc:sldMk cId="525853257" sldId="260"/>
            <ac:spMk id="88" creationId="{61752F1D-FC0F-4103-9584-630E643CCDA6}"/>
          </ac:spMkLst>
        </pc:spChg>
        <pc:spChg chg="add del">
          <ac:chgData name="Jimmy Petit H" userId="c37d0e87370be55b" providerId="LiveId" clId="{647A3358-1F05-454A-82CB-E3DA8D8C8B68}" dt="2019-11-19T16:34:04.029" v="103" actId="26606"/>
          <ac:spMkLst>
            <pc:docMk/>
            <pc:sldMk cId="525853257" sldId="260"/>
            <ac:spMk id="89" creationId="{70151CB7-E7DE-4917-B831-01DF9CE01306}"/>
          </ac:spMkLst>
        </pc:spChg>
        <pc:spChg chg="add del">
          <ac:chgData name="Jimmy Petit H" userId="c37d0e87370be55b" providerId="LiveId" clId="{647A3358-1F05-454A-82CB-E3DA8D8C8B68}" dt="2019-11-19T16:34:04.029" v="103" actId="26606"/>
          <ac:spMkLst>
            <pc:docMk/>
            <pc:sldMk cId="525853257" sldId="260"/>
            <ac:spMk id="90" creationId="{A92A1116-1C84-41DF-B803-1F7B0883EC82}"/>
          </ac:spMkLst>
        </pc:spChg>
        <pc:spChg chg="add">
          <ac:chgData name="Jimmy Petit H" userId="c37d0e87370be55b" providerId="LiveId" clId="{647A3358-1F05-454A-82CB-E3DA8D8C8B68}" dt="2019-11-19T16:34:04.105" v="104" actId="26606"/>
          <ac:spMkLst>
            <pc:docMk/>
            <pc:sldMk cId="525853257" sldId="260"/>
            <ac:spMk id="94" creationId="{4AC0CD9D-7610-4620-93B4-798CCD9AB581}"/>
          </ac:spMkLst>
        </pc:spChg>
        <pc:spChg chg="add">
          <ac:chgData name="Jimmy Petit H" userId="c37d0e87370be55b" providerId="LiveId" clId="{647A3358-1F05-454A-82CB-E3DA8D8C8B68}" dt="2019-11-19T16:34:04.105" v="104" actId="26606"/>
          <ac:spMkLst>
            <pc:docMk/>
            <pc:sldMk cId="525853257" sldId="260"/>
            <ac:spMk id="97" creationId="{DE4D62F9-188E-4530-84C2-24BDEE4BEB82}"/>
          </ac:spMkLst>
        </pc:spChg>
        <pc:spChg chg="add">
          <ac:chgData name="Jimmy Petit H" userId="c37d0e87370be55b" providerId="LiveId" clId="{647A3358-1F05-454A-82CB-E3DA8D8C8B68}" dt="2019-11-19T16:34:04.105" v="104" actId="26606"/>
          <ac:spMkLst>
            <pc:docMk/>
            <pc:sldMk cId="525853257" sldId="260"/>
            <ac:spMk id="98" creationId="{EE4E366E-272A-409E-840F-9A6A64A9E3FF}"/>
          </ac:spMkLst>
        </pc:spChg>
        <pc:spChg chg="add">
          <ac:chgData name="Jimmy Petit H" userId="c37d0e87370be55b" providerId="LiveId" clId="{647A3358-1F05-454A-82CB-E3DA8D8C8B68}" dt="2019-11-19T16:34:04.105" v="104" actId="26606"/>
          <ac:spMkLst>
            <pc:docMk/>
            <pc:sldMk cId="525853257" sldId="260"/>
            <ac:spMk id="99" creationId="{A721560C-E4AB-4287-A29C-3F6916794CB9}"/>
          </ac:spMkLst>
        </pc:spChg>
        <pc:spChg chg="add">
          <ac:chgData name="Jimmy Petit H" userId="c37d0e87370be55b" providerId="LiveId" clId="{647A3358-1F05-454A-82CB-E3DA8D8C8B68}" dt="2019-11-19T16:34:04.105" v="104" actId="26606"/>
          <ac:spMkLst>
            <pc:docMk/>
            <pc:sldMk cId="525853257" sldId="260"/>
            <ac:spMk id="100" creationId="{DF6CFF07-D953-4F9C-9A0E-E0A6AACB6158}"/>
          </ac:spMkLst>
        </pc:spChg>
        <pc:spChg chg="add">
          <ac:chgData name="Jimmy Petit H" userId="c37d0e87370be55b" providerId="LiveId" clId="{647A3358-1F05-454A-82CB-E3DA8D8C8B68}" dt="2019-11-19T16:34:04.105" v="104" actId="26606"/>
          <ac:spMkLst>
            <pc:docMk/>
            <pc:sldMk cId="525853257" sldId="260"/>
            <ac:spMk id="101" creationId="{DAA4FEEE-0B5F-41BF-825D-60F9FB089568}"/>
          </ac:spMkLst>
        </pc:spChg>
        <pc:picChg chg="add mod ord modCrop">
          <ac:chgData name="Jimmy Petit H" userId="c37d0e87370be55b" providerId="LiveId" clId="{647A3358-1F05-454A-82CB-E3DA8D8C8B68}" dt="2019-11-19T16:34:04.105" v="104" actId="26606"/>
          <ac:picMkLst>
            <pc:docMk/>
            <pc:sldMk cId="525853257" sldId="260"/>
            <ac:picMk id="5" creationId="{24E546C2-5C52-47D5-9B26-7D764A84B2E0}"/>
          </ac:picMkLst>
        </pc:picChg>
        <pc:picChg chg="add del">
          <ac:chgData name="Jimmy Petit H" userId="c37d0e87370be55b" providerId="LiveId" clId="{647A3358-1F05-454A-82CB-E3DA8D8C8B68}" dt="2019-11-19T16:33:41.564" v="87" actId="26606"/>
          <ac:picMkLst>
            <pc:docMk/>
            <pc:sldMk cId="525853257" sldId="260"/>
            <ac:picMk id="10" creationId="{DF19BAF3-7E20-4B9D-B544-BABAEEA1FA75}"/>
          </ac:picMkLst>
        </pc:picChg>
        <pc:picChg chg="add del">
          <ac:chgData name="Jimmy Petit H" userId="c37d0e87370be55b" providerId="LiveId" clId="{647A3358-1F05-454A-82CB-E3DA8D8C8B68}" dt="2019-11-19T16:33:41.564" v="87" actId="26606"/>
          <ac:picMkLst>
            <pc:docMk/>
            <pc:sldMk cId="525853257" sldId="260"/>
            <ac:picMk id="12" creationId="{950648F4-ABCD-4DF0-8641-76CFB2354721}"/>
          </ac:picMkLst>
        </pc:picChg>
        <pc:picChg chg="add del">
          <ac:chgData name="Jimmy Petit H" userId="c37d0e87370be55b" providerId="LiveId" clId="{647A3358-1F05-454A-82CB-E3DA8D8C8B68}" dt="2019-11-19T16:33:41.564" v="87" actId="26606"/>
          <ac:picMkLst>
            <pc:docMk/>
            <pc:sldMk cId="525853257" sldId="260"/>
            <ac:picMk id="16" creationId="{CF1EB4BD-9C7E-4AA3-9681-C7EB0DA6250B}"/>
          </ac:picMkLst>
        </pc:picChg>
        <pc:picChg chg="add del">
          <ac:chgData name="Jimmy Petit H" userId="c37d0e87370be55b" providerId="LiveId" clId="{647A3358-1F05-454A-82CB-E3DA8D8C8B68}" dt="2019-11-19T16:33:41.564" v="87" actId="26606"/>
          <ac:picMkLst>
            <pc:docMk/>
            <pc:sldMk cId="525853257" sldId="260"/>
            <ac:picMk id="18" creationId="{94AAE3AA-3759-4D28-B0EF-575F25A5146C}"/>
          </ac:picMkLst>
        </pc:picChg>
        <pc:picChg chg="add del">
          <ac:chgData name="Jimmy Petit H" userId="c37d0e87370be55b" providerId="LiveId" clId="{647A3358-1F05-454A-82CB-E3DA8D8C8B68}" dt="2019-11-19T16:33:43.590" v="89" actId="26606"/>
          <ac:picMkLst>
            <pc:docMk/>
            <pc:sldMk cId="525853257" sldId="260"/>
            <ac:picMk id="25" creationId="{41B68C77-138E-4BF7-A276-BD0C78A4219F}"/>
          </ac:picMkLst>
        </pc:picChg>
        <pc:picChg chg="add del">
          <ac:chgData name="Jimmy Petit H" userId="c37d0e87370be55b" providerId="LiveId" clId="{647A3358-1F05-454A-82CB-E3DA8D8C8B68}" dt="2019-11-19T16:33:43.590" v="89" actId="26606"/>
          <ac:picMkLst>
            <pc:docMk/>
            <pc:sldMk cId="525853257" sldId="260"/>
            <ac:picMk id="27" creationId="{7C268552-D473-46ED-B1B8-422042C4DEF1}"/>
          </ac:picMkLst>
        </pc:picChg>
        <pc:picChg chg="add del">
          <ac:chgData name="Jimmy Petit H" userId="c37d0e87370be55b" providerId="LiveId" clId="{647A3358-1F05-454A-82CB-E3DA8D8C8B68}" dt="2019-11-19T16:33:43.590" v="89" actId="26606"/>
          <ac:picMkLst>
            <pc:docMk/>
            <pc:sldMk cId="525853257" sldId="260"/>
            <ac:picMk id="30" creationId="{B9238B3E-24AA-439A-B527-6C5DF6D72145}"/>
          </ac:picMkLst>
        </pc:picChg>
        <pc:picChg chg="add del">
          <ac:chgData name="Jimmy Petit H" userId="c37d0e87370be55b" providerId="LiveId" clId="{647A3358-1F05-454A-82CB-E3DA8D8C8B68}" dt="2019-11-19T16:33:43.590" v="89" actId="26606"/>
          <ac:picMkLst>
            <pc:docMk/>
            <pc:sldMk cId="525853257" sldId="260"/>
            <ac:picMk id="31" creationId="{69F01145-BEA3-4CBF-AA21-10077B948CA8}"/>
          </ac:picMkLst>
        </pc:picChg>
        <pc:picChg chg="add del">
          <ac:chgData name="Jimmy Petit H" userId="c37d0e87370be55b" providerId="LiveId" clId="{647A3358-1F05-454A-82CB-E3DA8D8C8B68}" dt="2019-11-19T16:33:47.743" v="92" actId="26606"/>
          <ac:picMkLst>
            <pc:docMk/>
            <pc:sldMk cId="525853257" sldId="260"/>
            <ac:picMk id="35" creationId="{41B68C77-138E-4BF7-A276-BD0C78A4219F}"/>
          </ac:picMkLst>
        </pc:picChg>
        <pc:picChg chg="add del">
          <ac:chgData name="Jimmy Petit H" userId="c37d0e87370be55b" providerId="LiveId" clId="{647A3358-1F05-454A-82CB-E3DA8D8C8B68}" dt="2019-11-19T16:33:47.743" v="92" actId="26606"/>
          <ac:picMkLst>
            <pc:docMk/>
            <pc:sldMk cId="525853257" sldId="260"/>
            <ac:picMk id="36" creationId="{7C268552-D473-46ED-B1B8-422042C4DEF1}"/>
          </ac:picMkLst>
        </pc:picChg>
        <pc:picChg chg="add del">
          <ac:chgData name="Jimmy Petit H" userId="c37d0e87370be55b" providerId="LiveId" clId="{647A3358-1F05-454A-82CB-E3DA8D8C8B68}" dt="2019-11-19T16:33:47.743" v="92" actId="26606"/>
          <ac:picMkLst>
            <pc:docMk/>
            <pc:sldMk cId="525853257" sldId="260"/>
            <ac:picMk id="38" creationId="{B9238B3E-24AA-439A-B527-6C5DF6D72145}"/>
          </ac:picMkLst>
        </pc:picChg>
        <pc:picChg chg="add del">
          <ac:chgData name="Jimmy Petit H" userId="c37d0e87370be55b" providerId="LiveId" clId="{647A3358-1F05-454A-82CB-E3DA8D8C8B68}" dt="2019-11-19T16:33:47.743" v="92" actId="26606"/>
          <ac:picMkLst>
            <pc:docMk/>
            <pc:sldMk cId="525853257" sldId="260"/>
            <ac:picMk id="39" creationId="{69F01145-BEA3-4CBF-AA21-10077B948CA8}"/>
          </ac:picMkLst>
        </pc:picChg>
        <pc:picChg chg="add del">
          <ac:chgData name="Jimmy Petit H" userId="c37d0e87370be55b" providerId="LiveId" clId="{647A3358-1F05-454A-82CB-E3DA8D8C8B68}" dt="2019-11-19T16:33:52.872" v="94" actId="26606"/>
          <ac:picMkLst>
            <pc:docMk/>
            <pc:sldMk cId="525853257" sldId="260"/>
            <ac:picMk id="46" creationId="{DF19BAF3-7E20-4B9D-B544-BABAEEA1FA75}"/>
          </ac:picMkLst>
        </pc:picChg>
        <pc:picChg chg="add del">
          <ac:chgData name="Jimmy Petit H" userId="c37d0e87370be55b" providerId="LiveId" clId="{647A3358-1F05-454A-82CB-E3DA8D8C8B68}" dt="2019-11-19T16:33:52.872" v="94" actId="26606"/>
          <ac:picMkLst>
            <pc:docMk/>
            <pc:sldMk cId="525853257" sldId="260"/>
            <ac:picMk id="47" creationId="{950648F4-ABCD-4DF0-8641-76CFB2354721}"/>
          </ac:picMkLst>
        </pc:picChg>
        <pc:picChg chg="add del">
          <ac:chgData name="Jimmy Petit H" userId="c37d0e87370be55b" providerId="LiveId" clId="{647A3358-1F05-454A-82CB-E3DA8D8C8B68}" dt="2019-11-19T16:33:52.872" v="94" actId="26606"/>
          <ac:picMkLst>
            <pc:docMk/>
            <pc:sldMk cId="525853257" sldId="260"/>
            <ac:picMk id="49" creationId="{CF1EB4BD-9C7E-4AA3-9681-C7EB0DA6250B}"/>
          </ac:picMkLst>
        </pc:picChg>
        <pc:picChg chg="add del">
          <ac:chgData name="Jimmy Petit H" userId="c37d0e87370be55b" providerId="LiveId" clId="{647A3358-1F05-454A-82CB-E3DA8D8C8B68}" dt="2019-11-19T16:33:52.872" v="94" actId="26606"/>
          <ac:picMkLst>
            <pc:docMk/>
            <pc:sldMk cId="525853257" sldId="260"/>
            <ac:picMk id="50" creationId="{94AAE3AA-3759-4D28-B0EF-575F25A5146C}"/>
          </ac:picMkLst>
        </pc:picChg>
        <pc:picChg chg="add del">
          <ac:chgData name="Jimmy Petit H" userId="c37d0e87370be55b" providerId="LiveId" clId="{647A3358-1F05-454A-82CB-E3DA8D8C8B68}" dt="2019-11-19T16:33:54.885" v="96" actId="26606"/>
          <ac:picMkLst>
            <pc:docMk/>
            <pc:sldMk cId="525853257" sldId="260"/>
            <ac:picMk id="54" creationId="{DF19BAF3-7E20-4B9D-B544-BABAEEA1FA75}"/>
          </ac:picMkLst>
        </pc:picChg>
        <pc:picChg chg="add del">
          <ac:chgData name="Jimmy Petit H" userId="c37d0e87370be55b" providerId="LiveId" clId="{647A3358-1F05-454A-82CB-E3DA8D8C8B68}" dt="2019-11-19T16:33:54.885" v="96" actId="26606"/>
          <ac:picMkLst>
            <pc:docMk/>
            <pc:sldMk cId="525853257" sldId="260"/>
            <ac:picMk id="55" creationId="{950648F4-ABCD-4DF0-8641-76CFB2354721}"/>
          </ac:picMkLst>
        </pc:picChg>
        <pc:picChg chg="add del">
          <ac:chgData name="Jimmy Petit H" userId="c37d0e87370be55b" providerId="LiveId" clId="{647A3358-1F05-454A-82CB-E3DA8D8C8B68}" dt="2019-11-19T16:33:54.885" v="96" actId="26606"/>
          <ac:picMkLst>
            <pc:docMk/>
            <pc:sldMk cId="525853257" sldId="260"/>
            <ac:picMk id="57" creationId="{CF1EB4BD-9C7E-4AA3-9681-C7EB0DA6250B}"/>
          </ac:picMkLst>
        </pc:picChg>
        <pc:picChg chg="add del">
          <ac:chgData name="Jimmy Petit H" userId="c37d0e87370be55b" providerId="LiveId" clId="{647A3358-1F05-454A-82CB-E3DA8D8C8B68}" dt="2019-11-19T16:33:54.885" v="96" actId="26606"/>
          <ac:picMkLst>
            <pc:docMk/>
            <pc:sldMk cId="525853257" sldId="260"/>
            <ac:picMk id="58" creationId="{94AAE3AA-3759-4D28-B0EF-575F25A5146C}"/>
          </ac:picMkLst>
        </pc:picChg>
        <pc:picChg chg="add del">
          <ac:chgData name="Jimmy Petit H" userId="c37d0e87370be55b" providerId="LiveId" clId="{647A3358-1F05-454A-82CB-E3DA8D8C8B68}" dt="2019-11-19T16:34:00.216" v="98" actId="26606"/>
          <ac:picMkLst>
            <pc:docMk/>
            <pc:sldMk cId="525853257" sldId="260"/>
            <ac:picMk id="63" creationId="{DF19BAF3-7E20-4B9D-B544-BABAEEA1FA75}"/>
          </ac:picMkLst>
        </pc:picChg>
        <pc:picChg chg="add del">
          <ac:chgData name="Jimmy Petit H" userId="c37d0e87370be55b" providerId="LiveId" clId="{647A3358-1F05-454A-82CB-E3DA8D8C8B68}" dt="2019-11-19T16:34:00.216" v="98" actId="26606"/>
          <ac:picMkLst>
            <pc:docMk/>
            <pc:sldMk cId="525853257" sldId="260"/>
            <ac:picMk id="64" creationId="{950648F4-ABCD-4DF0-8641-76CFB2354721}"/>
          </ac:picMkLst>
        </pc:picChg>
        <pc:picChg chg="add del">
          <ac:chgData name="Jimmy Petit H" userId="c37d0e87370be55b" providerId="LiveId" clId="{647A3358-1F05-454A-82CB-E3DA8D8C8B68}" dt="2019-11-19T16:34:00.216" v="98" actId="26606"/>
          <ac:picMkLst>
            <pc:docMk/>
            <pc:sldMk cId="525853257" sldId="260"/>
            <ac:picMk id="66" creationId="{CF1EB4BD-9C7E-4AA3-9681-C7EB0DA6250B}"/>
          </ac:picMkLst>
        </pc:picChg>
        <pc:picChg chg="add del">
          <ac:chgData name="Jimmy Petit H" userId="c37d0e87370be55b" providerId="LiveId" clId="{647A3358-1F05-454A-82CB-E3DA8D8C8B68}" dt="2019-11-19T16:34:00.216" v="98" actId="26606"/>
          <ac:picMkLst>
            <pc:docMk/>
            <pc:sldMk cId="525853257" sldId="260"/>
            <ac:picMk id="67" creationId="{94AAE3AA-3759-4D28-B0EF-575F25A5146C}"/>
          </ac:picMkLst>
        </pc:picChg>
        <pc:picChg chg="add del">
          <ac:chgData name="Jimmy Petit H" userId="c37d0e87370be55b" providerId="LiveId" clId="{647A3358-1F05-454A-82CB-E3DA8D8C8B68}" dt="2019-11-19T16:34:01.841" v="101" actId="26606"/>
          <ac:picMkLst>
            <pc:docMk/>
            <pc:sldMk cId="525853257" sldId="260"/>
            <ac:picMk id="70" creationId="{41B68C77-138E-4BF7-A276-BD0C78A4219F}"/>
          </ac:picMkLst>
        </pc:picChg>
        <pc:picChg chg="add del">
          <ac:chgData name="Jimmy Petit H" userId="c37d0e87370be55b" providerId="LiveId" clId="{647A3358-1F05-454A-82CB-E3DA8D8C8B68}" dt="2019-11-19T16:34:01.841" v="101" actId="26606"/>
          <ac:picMkLst>
            <pc:docMk/>
            <pc:sldMk cId="525853257" sldId="260"/>
            <ac:picMk id="71" creationId="{7C268552-D473-46ED-B1B8-422042C4DEF1}"/>
          </ac:picMkLst>
        </pc:picChg>
        <pc:picChg chg="add del">
          <ac:chgData name="Jimmy Petit H" userId="c37d0e87370be55b" providerId="LiveId" clId="{647A3358-1F05-454A-82CB-E3DA8D8C8B68}" dt="2019-11-19T16:34:01.841" v="101" actId="26606"/>
          <ac:picMkLst>
            <pc:docMk/>
            <pc:sldMk cId="525853257" sldId="260"/>
            <ac:picMk id="73" creationId="{B9238B3E-24AA-439A-B527-6C5DF6D72145}"/>
          </ac:picMkLst>
        </pc:picChg>
        <pc:picChg chg="add del">
          <ac:chgData name="Jimmy Petit H" userId="c37d0e87370be55b" providerId="LiveId" clId="{647A3358-1F05-454A-82CB-E3DA8D8C8B68}" dt="2019-11-19T16:34:01.841" v="101" actId="26606"/>
          <ac:picMkLst>
            <pc:docMk/>
            <pc:sldMk cId="525853257" sldId="260"/>
            <ac:picMk id="74" creationId="{69F01145-BEA3-4CBF-AA21-10077B948CA8}"/>
          </ac:picMkLst>
        </pc:picChg>
        <pc:picChg chg="add del">
          <ac:chgData name="Jimmy Petit H" userId="c37d0e87370be55b" providerId="LiveId" clId="{647A3358-1F05-454A-82CB-E3DA8D8C8B68}" dt="2019-11-19T16:34:04.029" v="103" actId="26606"/>
          <ac:picMkLst>
            <pc:docMk/>
            <pc:sldMk cId="525853257" sldId="260"/>
            <ac:picMk id="81" creationId="{41B68C77-138E-4BF7-A276-BD0C78A4219F}"/>
          </ac:picMkLst>
        </pc:picChg>
        <pc:picChg chg="add del">
          <ac:chgData name="Jimmy Petit H" userId="c37d0e87370be55b" providerId="LiveId" clId="{647A3358-1F05-454A-82CB-E3DA8D8C8B68}" dt="2019-11-19T16:34:04.029" v="103" actId="26606"/>
          <ac:picMkLst>
            <pc:docMk/>
            <pc:sldMk cId="525853257" sldId="260"/>
            <ac:picMk id="82" creationId="{7C268552-D473-46ED-B1B8-422042C4DEF1}"/>
          </ac:picMkLst>
        </pc:picChg>
        <pc:picChg chg="add del">
          <ac:chgData name="Jimmy Petit H" userId="c37d0e87370be55b" providerId="LiveId" clId="{647A3358-1F05-454A-82CB-E3DA8D8C8B68}" dt="2019-11-19T16:34:04.029" v="103" actId="26606"/>
          <ac:picMkLst>
            <pc:docMk/>
            <pc:sldMk cId="525853257" sldId="260"/>
            <ac:picMk id="84" creationId="{B9238B3E-24AA-439A-B527-6C5DF6D72145}"/>
          </ac:picMkLst>
        </pc:picChg>
        <pc:picChg chg="add del">
          <ac:chgData name="Jimmy Petit H" userId="c37d0e87370be55b" providerId="LiveId" clId="{647A3358-1F05-454A-82CB-E3DA8D8C8B68}" dt="2019-11-19T16:34:04.029" v="103" actId="26606"/>
          <ac:picMkLst>
            <pc:docMk/>
            <pc:sldMk cId="525853257" sldId="260"/>
            <ac:picMk id="85" creationId="{69F01145-BEA3-4CBF-AA21-10077B948CA8}"/>
          </ac:picMkLst>
        </pc:picChg>
        <pc:picChg chg="add">
          <ac:chgData name="Jimmy Petit H" userId="c37d0e87370be55b" providerId="LiveId" clId="{647A3358-1F05-454A-82CB-E3DA8D8C8B68}" dt="2019-11-19T16:34:04.105" v="104" actId="26606"/>
          <ac:picMkLst>
            <pc:docMk/>
            <pc:sldMk cId="525853257" sldId="260"/>
            <ac:picMk id="92" creationId="{41B68C77-138E-4BF7-A276-BD0C78A4219F}"/>
          </ac:picMkLst>
        </pc:picChg>
        <pc:picChg chg="add">
          <ac:chgData name="Jimmy Petit H" userId="c37d0e87370be55b" providerId="LiveId" clId="{647A3358-1F05-454A-82CB-E3DA8D8C8B68}" dt="2019-11-19T16:34:04.105" v="104" actId="26606"/>
          <ac:picMkLst>
            <pc:docMk/>
            <pc:sldMk cId="525853257" sldId="260"/>
            <ac:picMk id="93" creationId="{7C268552-D473-46ED-B1B8-422042C4DEF1}"/>
          </ac:picMkLst>
        </pc:picChg>
        <pc:picChg chg="add">
          <ac:chgData name="Jimmy Petit H" userId="c37d0e87370be55b" providerId="LiveId" clId="{647A3358-1F05-454A-82CB-E3DA8D8C8B68}" dt="2019-11-19T16:34:04.105" v="104" actId="26606"/>
          <ac:picMkLst>
            <pc:docMk/>
            <pc:sldMk cId="525853257" sldId="260"/>
            <ac:picMk id="95" creationId="{B9238B3E-24AA-439A-B527-6C5DF6D72145}"/>
          </ac:picMkLst>
        </pc:picChg>
        <pc:picChg chg="add">
          <ac:chgData name="Jimmy Petit H" userId="c37d0e87370be55b" providerId="LiveId" clId="{647A3358-1F05-454A-82CB-E3DA8D8C8B68}" dt="2019-11-19T16:34:04.105" v="104" actId="26606"/>
          <ac:picMkLst>
            <pc:docMk/>
            <pc:sldMk cId="525853257" sldId="260"/>
            <ac:picMk id="96" creationId="{69F01145-BEA3-4CBF-AA21-10077B948CA8}"/>
          </ac:picMkLst>
        </pc:picChg>
      </pc:sldChg>
      <pc:sldChg chg="add del">
        <pc:chgData name="Jimmy Petit H" userId="c37d0e87370be55b" providerId="LiveId" clId="{647A3358-1F05-454A-82CB-E3DA8D8C8B68}" dt="2019-11-19T16:24:18.203" v="1" actId="2696"/>
        <pc:sldMkLst>
          <pc:docMk/>
          <pc:sldMk cId="610213514" sldId="262"/>
        </pc:sldMkLst>
      </pc:sldChg>
      <pc:sldChg chg="modSp add">
        <pc:chgData name="Jimmy Petit H" userId="c37d0e87370be55b" providerId="LiveId" clId="{647A3358-1F05-454A-82CB-E3DA8D8C8B68}" dt="2019-11-19T16:25:10.784" v="55" actId="14100"/>
        <pc:sldMkLst>
          <pc:docMk/>
          <pc:sldMk cId="3402028623" sldId="262"/>
        </pc:sldMkLst>
        <pc:spChg chg="mod">
          <ac:chgData name="Jimmy Petit H" userId="c37d0e87370be55b" providerId="LiveId" clId="{647A3358-1F05-454A-82CB-E3DA8D8C8B68}" dt="2019-11-19T16:25:10.784" v="55" actId="14100"/>
          <ac:spMkLst>
            <pc:docMk/>
            <pc:sldMk cId="3402028623" sldId="262"/>
            <ac:spMk id="2" creationId="{77591A7F-E10C-4EA0-844E-8EE5761EDC3B}"/>
          </ac:spMkLst>
        </pc:spChg>
      </pc:sldChg>
      <pc:sldChg chg="addSp delSp modSp add mod setBg modAnim">
        <pc:chgData name="Jimmy Petit H" userId="c37d0e87370be55b" providerId="LiveId" clId="{647A3358-1F05-454A-82CB-E3DA8D8C8B68}" dt="2019-11-19T16:27:07.620" v="64" actId="26606"/>
        <pc:sldMkLst>
          <pc:docMk/>
          <pc:sldMk cId="4208710048" sldId="263"/>
        </pc:sldMkLst>
        <pc:spChg chg="add del">
          <ac:chgData name="Jimmy Petit H" userId="c37d0e87370be55b" providerId="LiveId" clId="{647A3358-1F05-454A-82CB-E3DA8D8C8B68}" dt="2019-11-19T16:27:07.531" v="63" actId="26606"/>
          <ac:spMkLst>
            <pc:docMk/>
            <pc:sldMk cId="4208710048" sldId="263"/>
            <ac:spMk id="7" creationId="{2937D191-13D4-4D46-AA31-AA8157D36E28}"/>
          </ac:spMkLst>
        </pc:spChg>
        <pc:spChg chg="add del">
          <ac:chgData name="Jimmy Petit H" userId="c37d0e87370be55b" providerId="LiveId" clId="{647A3358-1F05-454A-82CB-E3DA8D8C8B68}" dt="2019-11-19T16:27:07.531" v="63" actId="26606"/>
          <ac:spMkLst>
            <pc:docMk/>
            <pc:sldMk cId="4208710048" sldId="263"/>
            <ac:spMk id="9" creationId="{1B796756-8CDE-44C7-BF60-022DF3B3A7B7}"/>
          </ac:spMkLst>
        </pc:spChg>
        <pc:spChg chg="add del">
          <ac:chgData name="Jimmy Petit H" userId="c37d0e87370be55b" providerId="LiveId" clId="{647A3358-1F05-454A-82CB-E3DA8D8C8B68}" dt="2019-11-19T16:27:07.531" v="63" actId="26606"/>
          <ac:spMkLst>
            <pc:docMk/>
            <pc:sldMk cId="4208710048" sldId="263"/>
            <ac:spMk id="11" creationId="{B502A146-6461-45FE-B52F-8F9B510D9E31}"/>
          </ac:spMkLst>
        </pc:spChg>
        <pc:spChg chg="add del">
          <ac:chgData name="Jimmy Petit H" userId="c37d0e87370be55b" providerId="LiveId" clId="{647A3358-1F05-454A-82CB-E3DA8D8C8B68}" dt="2019-11-19T16:27:07.531" v="63" actId="26606"/>
          <ac:spMkLst>
            <pc:docMk/>
            <pc:sldMk cId="4208710048" sldId="263"/>
            <ac:spMk id="13" creationId="{95A115E8-EE09-4F41-9329-56DEEE8ABE20}"/>
          </ac:spMkLst>
        </pc:spChg>
        <pc:spChg chg="add">
          <ac:chgData name="Jimmy Petit H" userId="c37d0e87370be55b" providerId="LiveId" clId="{647A3358-1F05-454A-82CB-E3DA8D8C8B68}" dt="2019-11-19T16:27:07.620" v="64" actId="26606"/>
          <ac:spMkLst>
            <pc:docMk/>
            <pc:sldMk cId="4208710048" sldId="263"/>
            <ac:spMk id="15" creationId="{D85D5AA8-773B-469A-8802-9645A4DC9B7D}"/>
          </ac:spMkLst>
        </pc:spChg>
        <pc:spChg chg="add">
          <ac:chgData name="Jimmy Petit H" userId="c37d0e87370be55b" providerId="LiveId" clId="{647A3358-1F05-454A-82CB-E3DA8D8C8B68}" dt="2019-11-19T16:27:07.620" v="64" actId="26606"/>
          <ac:spMkLst>
            <pc:docMk/>
            <pc:sldMk cId="4208710048" sldId="263"/>
            <ac:spMk id="16" creationId="{E89ED5F7-8269-4F20-B77F-70D4AA7A975B}"/>
          </ac:spMkLst>
        </pc:spChg>
        <pc:spChg chg="add">
          <ac:chgData name="Jimmy Petit H" userId="c37d0e87370be55b" providerId="LiveId" clId="{647A3358-1F05-454A-82CB-E3DA8D8C8B68}" dt="2019-11-19T16:27:07.620" v="64" actId="26606"/>
          <ac:spMkLst>
            <pc:docMk/>
            <pc:sldMk cId="4208710048" sldId="263"/>
            <ac:spMk id="17" creationId="{C75AF42C-C556-454E-B2D3-2C917CB812D5}"/>
          </ac:spMkLst>
        </pc:spChg>
        <pc:picChg chg="add mod">
          <ac:chgData name="Jimmy Petit H" userId="c37d0e87370be55b" providerId="LiveId" clId="{647A3358-1F05-454A-82CB-E3DA8D8C8B68}" dt="2019-11-19T16:27:07.620" v="64" actId="26606"/>
          <ac:picMkLst>
            <pc:docMk/>
            <pc:sldMk cId="4208710048" sldId="263"/>
            <ac:picMk id="2" creationId="{0E71F30D-48C4-4705-A64A-D7336CB6B156}"/>
          </ac:picMkLst>
        </pc:picChg>
      </pc:sldChg>
      <pc:sldChg chg="modSp add">
        <pc:chgData name="Jimmy Petit H" userId="c37d0e87370be55b" providerId="LiveId" clId="{647A3358-1F05-454A-82CB-E3DA8D8C8B68}" dt="2019-11-19T16:29:54.637" v="81" actId="1076"/>
        <pc:sldMkLst>
          <pc:docMk/>
          <pc:sldMk cId="200264874" sldId="264"/>
        </pc:sldMkLst>
        <pc:spChg chg="mod">
          <ac:chgData name="Jimmy Petit H" userId="c37d0e87370be55b" providerId="LiveId" clId="{647A3358-1F05-454A-82CB-E3DA8D8C8B68}" dt="2019-11-19T16:29:54.637" v="81" actId="1076"/>
          <ac:spMkLst>
            <pc:docMk/>
            <pc:sldMk cId="200264874" sldId="264"/>
            <ac:spMk id="2" creationId="{9ACC835B-4E72-46F7-9AE9-2E07827A7E61}"/>
          </ac:spMkLst>
        </pc:spChg>
      </pc:sldChg>
      <pc:sldChg chg="add">
        <pc:chgData name="Jimmy Petit H" userId="c37d0e87370be55b" providerId="LiveId" clId="{647A3358-1F05-454A-82CB-E3DA8D8C8B68}" dt="2019-11-19T16:35:27.438" v="106"/>
        <pc:sldMkLst>
          <pc:docMk/>
          <pc:sldMk cId="1819511081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1B86A-27E4-4695-8E1F-0F26006C2169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18E6-7704-47AC-AB4B-E243F818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46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1B86A-27E4-4695-8E1F-0F26006C2169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18E6-7704-47AC-AB4B-E243F818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238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1B86A-27E4-4695-8E1F-0F26006C2169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18E6-7704-47AC-AB4B-E243F818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11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1B86A-27E4-4695-8E1F-0F26006C2169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18E6-7704-47AC-AB4B-E243F818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568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1B86A-27E4-4695-8E1F-0F26006C2169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18E6-7704-47AC-AB4B-E243F818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107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1B86A-27E4-4695-8E1F-0F26006C2169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18E6-7704-47AC-AB4B-E243F818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094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1B86A-27E4-4695-8E1F-0F26006C2169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18E6-7704-47AC-AB4B-E243F818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137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1B86A-27E4-4695-8E1F-0F26006C2169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18E6-7704-47AC-AB4B-E243F818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637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1B86A-27E4-4695-8E1F-0F26006C2169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18E6-7704-47AC-AB4B-E243F818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609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1B86A-27E4-4695-8E1F-0F26006C2169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18E6-7704-47AC-AB4B-E243F818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035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1B86A-27E4-4695-8E1F-0F26006C2169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18E6-7704-47AC-AB4B-E243F818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0467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1B86A-27E4-4695-8E1F-0F26006C2169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18E6-7704-47AC-AB4B-E243F818738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20329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1B86A-27E4-4695-8E1F-0F26006C2169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18E6-7704-47AC-AB4B-E243F818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4728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1B86A-27E4-4695-8E1F-0F26006C2169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18E6-7704-47AC-AB4B-E243F818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064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1B86A-27E4-4695-8E1F-0F26006C2169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18E6-7704-47AC-AB4B-E243F818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615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1B86A-27E4-4695-8E1F-0F26006C2169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18E6-7704-47AC-AB4B-E243F818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6830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1B86A-27E4-4695-8E1F-0F26006C2169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18E6-7704-47AC-AB4B-E243F818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869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571B86A-27E4-4695-8E1F-0F26006C2169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4C18E6-7704-47AC-AB4B-E243F818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150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  <p:sldLayoutId id="2147483818" r:id="rId15"/>
    <p:sldLayoutId id="2147483819" r:id="rId16"/>
    <p:sldLayoutId id="214748382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raspwn.org/index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kQaJA66kncU?feature=oembed" TargetMode="Externa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43DA3-A700-4CA2-8D20-06F2D157B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6248" y="1801907"/>
            <a:ext cx="8825658" cy="2061881"/>
          </a:xfrm>
        </p:spPr>
        <p:txBody>
          <a:bodyPr/>
          <a:lstStyle/>
          <a:p>
            <a:r>
              <a:rPr lang="en-US" dirty="0"/>
              <a:t>F(un)*Society00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E62B42-77C4-4AA1-BA27-401391DEDF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4" y="4777380"/>
            <a:ext cx="9208246" cy="861420"/>
          </a:xfrm>
        </p:spPr>
        <p:txBody>
          <a:bodyPr/>
          <a:lstStyle/>
          <a:p>
            <a:r>
              <a:rPr lang="en-US" dirty="0"/>
              <a:t>Bryan </a:t>
            </a:r>
            <a:r>
              <a:rPr lang="en-US" dirty="0" err="1"/>
              <a:t>Nonni</a:t>
            </a:r>
            <a:r>
              <a:rPr lang="en-US" dirty="0"/>
              <a:t>, jimmy petit homeis, Jordan </a:t>
            </a:r>
            <a:r>
              <a:rPr lang="en-US" dirty="0" err="1"/>
              <a:t>aletraris</a:t>
            </a:r>
            <a:r>
              <a:rPr lang="en-US" dirty="0"/>
              <a:t>, </a:t>
            </a:r>
            <a:r>
              <a:rPr lang="en-US" dirty="0" err="1"/>
              <a:t>noah</a:t>
            </a:r>
            <a:r>
              <a:rPr lang="en-US" dirty="0"/>
              <a:t> de </a:t>
            </a:r>
            <a:r>
              <a:rPr lang="en-US" dirty="0" err="1"/>
              <a:t>joya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FC6891-2DF4-4964-8716-BAD1A39A90A1}"/>
              </a:ext>
            </a:extLst>
          </p:cNvPr>
          <p:cNvSpPr txBox="1"/>
          <p:nvPr/>
        </p:nvSpPr>
        <p:spPr>
          <a:xfrm>
            <a:off x="510870" y="4408048"/>
            <a:ext cx="1670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BY:</a:t>
            </a:r>
          </a:p>
        </p:txBody>
      </p:sp>
    </p:spTree>
    <p:extLst>
      <p:ext uri="{BB962C8B-B14F-4D97-AF65-F5344CB8AC3E}">
        <p14:creationId xmlns:p14="http://schemas.microsoft.com/office/powerpoint/2010/main" val="1363296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4B3DAF-3A6C-4BC9-B874-7D302FE9DB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9954" y="1143000"/>
            <a:ext cx="4167557" cy="324938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>
                <a:solidFill>
                  <a:srgbClr val="EBEBEB"/>
                </a:solidFill>
              </a:rPr>
              <a:t>Distributed Denial-of- Service Attack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CA6572-5D77-4B66-8189-CBE33BB9D5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91925" y="4588329"/>
            <a:ext cx="3352375" cy="1621508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DDOS</a:t>
            </a:r>
          </a:p>
        </p:txBody>
      </p:sp>
      <p:sp>
        <p:nvSpPr>
          <p:cNvPr id="11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D7E05B-5349-4D02-9C29-DA527CD9D1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235" t="16340" r="20796" b="18852"/>
          <a:stretch/>
        </p:blipFill>
        <p:spPr>
          <a:xfrm>
            <a:off x="214489" y="1241779"/>
            <a:ext cx="6867221" cy="461715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5675480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DF795-56AC-4473-9E0D-6471A8C31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a Distributed Denial-of-Service Attack?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FA1A4-D830-47E5-BF2D-1731EC978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the name implies, a denial-of-service attack is an attempt by attackers to keep users from accessing a networked system, service, website, application, or other resource. The attack typically makes a system slow to respond, or it can disable the system entirely.</a:t>
            </a:r>
          </a:p>
          <a:p>
            <a:r>
              <a:rPr lang="en-US" dirty="0"/>
              <a:t>An attack that originates from a single source is called simply a denial-of-service (DoS) attack. However, far more common today are </a:t>
            </a:r>
            <a:r>
              <a:rPr lang="en-US" i="1" dirty="0"/>
              <a:t>distributed </a:t>
            </a:r>
            <a:r>
              <a:rPr lang="en-US" dirty="0"/>
              <a:t>denial-of-service (DDoS) attacks, which are launched at a target from multiple sources but coordinated from a central point. Distributed attacks are larger, potentially more devastating, and in some cases more difficult for the victim to detect and stop.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371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6A767-6EC7-4761-A938-8B9D4BE4B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How does a DDOS Attack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DDE9-9444-4502-8EF4-D3E292CE6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DDoS attacks are designed to consume all available network bandwidth or resources on a target network, system, or website. The attacker uses one of many available methods and tools to flood the target with a barrage of malicious or nuisance requests, or to abuse a protocol or inherent vulnerability in such a way that the system can no longer respond to requests. The effects of a DDoS attack are a bit like having the entrance to a concert venue suddenly swarmed by busloads of troublemakers with counterfeit tickets. The legitimate ticket-holders, standing in an orderly line, would never get inside.</a:t>
            </a:r>
          </a:p>
        </p:txBody>
      </p:sp>
    </p:spTree>
    <p:extLst>
      <p:ext uri="{BB962C8B-B14F-4D97-AF65-F5344CB8AC3E}">
        <p14:creationId xmlns:p14="http://schemas.microsoft.com/office/powerpoint/2010/main" val="3515558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77F1A-2392-49DA-B027-990E0B74D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D0075-6002-46D8-BBBC-89AC819A7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BA0522-17E6-4CA6-9CC4-B792FCA1583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11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93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9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5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96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97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8" name="Rectangle 21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23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0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411721-F9F9-422F-9678-D23D8E8A9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9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Description &amp; Purpose of Our Project</a:t>
            </a:r>
          </a:p>
        </p:txBody>
      </p:sp>
      <p:sp useBgFill="1">
        <p:nvSpPr>
          <p:cNvPr id="101" name="Freeform: Shape 27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16D62-B4AB-498C-8200-5B1385F6AF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8931" y="2548281"/>
            <a:ext cx="5122606" cy="3658689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n-US" sz="1700" dirty="0"/>
              <a:t>Operation WulfDoS is an attempt to DDoS attack an intentionally vulnerable Linux OS running on Raspberry Pi: </a:t>
            </a:r>
            <a:r>
              <a:rPr lang="en-US" sz="1700" dirty="0">
                <a:hlinkClick r:id="rId6"/>
              </a:rPr>
              <a:t>RasPwn</a:t>
            </a:r>
            <a:r>
              <a:rPr lang="en-US" sz="1700" dirty="0"/>
              <a:t>.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WulfDoS uses a Beowulf Cluser to execute a simulated DDoS Attack on the RasPwn SSID.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Knowledge obtained from Operation WulfDoS:</a:t>
            </a:r>
          </a:p>
          <a:p>
            <a:pPr lvl="1">
              <a:lnSpc>
                <a:spcPct val="90000"/>
              </a:lnSpc>
            </a:pPr>
            <a:r>
              <a:rPr lang="en-US" sz="1700" dirty="0"/>
              <a:t>Better understanding TCP vs UDP</a:t>
            </a:r>
          </a:p>
          <a:p>
            <a:pPr lvl="1">
              <a:lnSpc>
                <a:spcPct val="90000"/>
              </a:lnSpc>
            </a:pPr>
            <a:r>
              <a:rPr lang="en-US" sz="1700" dirty="0"/>
              <a:t>How to Build an HPC cluster</a:t>
            </a:r>
          </a:p>
          <a:p>
            <a:pPr lvl="1">
              <a:lnSpc>
                <a:spcPct val="90000"/>
              </a:lnSpc>
            </a:pPr>
            <a:r>
              <a:rPr lang="en-US" sz="1700" dirty="0"/>
              <a:t>How to perform a DoS attack (TCP &amp; UDP)</a:t>
            </a:r>
          </a:p>
          <a:p>
            <a:pPr lvl="1">
              <a:lnSpc>
                <a:spcPct val="90000"/>
              </a:lnSpc>
            </a:pPr>
            <a:r>
              <a:rPr lang="en-US" sz="1700" dirty="0"/>
              <a:t>Cores vs. Threads</a:t>
            </a:r>
          </a:p>
          <a:p>
            <a:pPr lvl="1">
              <a:lnSpc>
                <a:spcPct val="90000"/>
              </a:lnSpc>
            </a:pPr>
            <a:r>
              <a:rPr lang="en-US" sz="1700" dirty="0"/>
              <a:t>Hyperthreading</a:t>
            </a:r>
          </a:p>
          <a:p>
            <a:pPr>
              <a:lnSpc>
                <a:spcPct val="90000"/>
              </a:lnSpc>
            </a:pPr>
            <a:endParaRPr lang="en-US" sz="17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E546C2-5C52-47D5-9B26-7D764A84B2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7"/>
          <a:srcRect r="-8" b="11264"/>
          <a:stretch/>
        </p:blipFill>
        <p:spPr>
          <a:xfrm>
            <a:off x="6091916" y="2846020"/>
            <a:ext cx="5451627" cy="306654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525853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4173E-0C37-4B35-AAC3-6AF8F080B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dirty="0"/>
              <a:t>The main functionality is about executing DoS script across a 6-pi Beowulf Cluster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4CD6C6-6F86-4588-8C80-FA77E4A3C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5F587F-5BCA-41D0-B759-4A6DB953B944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2751667"/>
          </a:xfrm>
        </p:spPr>
        <p:txBody>
          <a:bodyPr/>
          <a:lstStyle/>
          <a:p>
            <a:r>
              <a:rPr lang="en-US" dirty="0"/>
              <a:t>3x Raspberry Pi 3</a:t>
            </a:r>
          </a:p>
          <a:p>
            <a:r>
              <a:rPr lang="en-US" dirty="0"/>
              <a:t>5x Raspberry Pi 4</a:t>
            </a:r>
          </a:p>
          <a:p>
            <a:r>
              <a:rPr lang="en-US" dirty="0"/>
              <a:t>1x 2TB Seagate External Hard drive</a:t>
            </a:r>
          </a:p>
          <a:p>
            <a:r>
              <a:rPr lang="en-US" dirty="0"/>
              <a:t>1x Netgear multi-port ethernet splitter</a:t>
            </a:r>
          </a:p>
          <a:p>
            <a:r>
              <a:rPr lang="en-US" dirty="0"/>
              <a:t>1x Raspberry Pi Tower Case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539411-2E52-4FBD-B639-DD9662B8FB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Software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7F864D9-91A8-425B-ADA1-68BC68E2986F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3873106" y="2667001"/>
            <a:ext cx="2946794" cy="762000"/>
          </a:xfrm>
        </p:spPr>
        <p:txBody>
          <a:bodyPr>
            <a:normAutofit fontScale="85000" lnSpcReduction="10000"/>
          </a:bodyPr>
          <a:lstStyle/>
          <a:p>
            <a:r>
              <a:rPr lang="sv-SE" sz="1800" dirty="0">
                <a:latin typeface="+mn-lt"/>
              </a:rPr>
              <a:t>Linux</a:t>
            </a:r>
          </a:p>
          <a:p>
            <a:r>
              <a:rPr lang="sv-SE" sz="1800" dirty="0">
                <a:latin typeface="+mn-lt"/>
              </a:rPr>
              <a:t>Raspbian Lite (Debian CLI)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BFBCE2B-BF3E-4769-B751-41BE2344A9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Packages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6A2429-82C8-4351-882A-0BA8875DAA57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rPr lang="en-US" dirty="0"/>
              <a:t>Slurm (</a:t>
            </a:r>
            <a:r>
              <a:rPr lang="en-US" sz="1800" dirty="0">
                <a:latin typeface="+mn-lt"/>
              </a:rPr>
              <a:t>Slurmd</a:t>
            </a:r>
            <a:r>
              <a:rPr lang="en-US" dirty="0"/>
              <a:t>, Slurm-Client, Slurmctl)</a:t>
            </a:r>
          </a:p>
          <a:p>
            <a:r>
              <a:rPr lang="en-US" dirty="0"/>
              <a:t>Munge</a:t>
            </a:r>
          </a:p>
          <a:p>
            <a:r>
              <a:rPr lang="en-US" dirty="0"/>
              <a:t>NFS Kernel Server</a:t>
            </a:r>
          </a:p>
          <a:p>
            <a:r>
              <a:rPr lang="en-US" dirty="0"/>
              <a:t>Sockets</a:t>
            </a:r>
          </a:p>
          <a:p>
            <a:r>
              <a:rPr lang="en-US" dirty="0"/>
              <a:t>NTPUpdate</a:t>
            </a:r>
          </a:p>
          <a:p>
            <a:endParaRPr lang="en-US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65CD99DA-064B-46D4-965F-A8B1AB4E54C9}"/>
              </a:ext>
            </a:extLst>
          </p:cNvPr>
          <p:cNvSpPr txBox="1">
            <a:spLocks/>
          </p:cNvSpPr>
          <p:nvPr/>
        </p:nvSpPr>
        <p:spPr>
          <a:xfrm>
            <a:off x="3883659" y="3621336"/>
            <a:ext cx="2936241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400" b="0" i="0" kern="120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/>
              <a:t>Programming Languages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BD4DAF-2D6E-4B3C-94E8-478193DC3CEA}"/>
              </a:ext>
            </a:extLst>
          </p:cNvPr>
          <p:cNvSpPr txBox="1">
            <a:spLocks/>
          </p:cNvSpPr>
          <p:nvPr/>
        </p:nvSpPr>
        <p:spPr>
          <a:xfrm>
            <a:off x="3873106" y="4351373"/>
            <a:ext cx="2946794" cy="14059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sv-SE" dirty="0"/>
          </a:p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26A2A9-4449-4497-9271-9C0809FD04EE}"/>
              </a:ext>
            </a:extLst>
          </p:cNvPr>
          <p:cNvSpPr/>
          <p:nvPr/>
        </p:nvSpPr>
        <p:spPr>
          <a:xfrm>
            <a:off x="3873106" y="4334484"/>
            <a:ext cx="25810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Python</a:t>
            </a:r>
          </a:p>
          <a:p>
            <a:r>
              <a:rPr lang="en-US" dirty="0"/>
              <a:t>Bash/Shell Scripting</a:t>
            </a:r>
          </a:p>
        </p:txBody>
      </p:sp>
    </p:spTree>
    <p:extLst>
      <p:ext uri="{BB962C8B-B14F-4D97-AF65-F5344CB8AC3E}">
        <p14:creationId xmlns:p14="http://schemas.microsoft.com/office/powerpoint/2010/main" val="1559504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91A7F-E10C-4EA0-844E-8EE5761ED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222" y="2563740"/>
            <a:ext cx="9818689" cy="1884081"/>
          </a:xfrm>
        </p:spPr>
        <p:txBody>
          <a:bodyPr/>
          <a:lstStyle/>
          <a:p>
            <a:pPr algn="ctr"/>
            <a:r>
              <a:rPr lang="en-US" dirty="0"/>
              <a:t>Are you guys ready to watch the fun?</a:t>
            </a:r>
          </a:p>
        </p:txBody>
      </p:sp>
    </p:spTree>
    <p:extLst>
      <p:ext uri="{BB962C8B-B14F-4D97-AF65-F5344CB8AC3E}">
        <p14:creationId xmlns:p14="http://schemas.microsoft.com/office/powerpoint/2010/main" val="3402028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>
            <a:extLst>
              <a:ext uri="{FF2B5EF4-FFF2-40B4-BE49-F238E27FC236}">
                <a16:creationId xmlns:a16="http://schemas.microsoft.com/office/drawing/2014/main" id="{D85D5AA8-773B-469A-8802-9645A4DC9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E89ED5F7-8269-4F20-B77F-70D4AA7A9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801794"/>
            <a:ext cx="8732027" cy="52482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0">
            <a:extLst>
              <a:ext uri="{FF2B5EF4-FFF2-40B4-BE49-F238E27FC236}">
                <a16:creationId xmlns:a16="http://schemas.microsoft.com/office/drawing/2014/main" id="{C75AF42C-C556-454E-B2D3-2C917CB81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2" name="Online Media 1" title="f(un)*society00 project">
            <a:hlinkClick r:id="" action="ppaction://media"/>
            <a:extLst>
              <a:ext uri="{FF2B5EF4-FFF2-40B4-BE49-F238E27FC236}">
                <a16:creationId xmlns:a16="http://schemas.microsoft.com/office/drawing/2014/main" id="{0E71F30D-48C4-4705-A64A-D7336CB6B15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942185" y="1144547"/>
            <a:ext cx="8111573" cy="4562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710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C835B-4E72-46F7-9AE9-2E07827A7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289" y="2913696"/>
            <a:ext cx="9404723" cy="1400530"/>
          </a:xfrm>
        </p:spPr>
        <p:txBody>
          <a:bodyPr/>
          <a:lstStyle/>
          <a:p>
            <a:pPr algn="ctr"/>
            <a:r>
              <a:rPr lang="en-US" sz="7200" dirty="0"/>
              <a:t>Thank you !!!</a:t>
            </a:r>
          </a:p>
        </p:txBody>
      </p:sp>
    </p:spTree>
    <p:extLst>
      <p:ext uri="{BB962C8B-B14F-4D97-AF65-F5344CB8AC3E}">
        <p14:creationId xmlns:p14="http://schemas.microsoft.com/office/powerpoint/2010/main" val="2002648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425</Words>
  <Application>Microsoft Office PowerPoint</Application>
  <PresentationFormat>Widescreen</PresentationFormat>
  <Paragraphs>40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</vt:lpstr>
      <vt:lpstr>F(un)*Society00</vt:lpstr>
      <vt:lpstr>Distributed Denial-of- Service Attack</vt:lpstr>
      <vt:lpstr>What is a Distributed Denial-of-Service Attack?</vt:lpstr>
      <vt:lpstr>How does a DDOS Attack work?</vt:lpstr>
      <vt:lpstr>PowerPoint Presentation</vt:lpstr>
      <vt:lpstr>Description &amp; Purpose of Our Project</vt:lpstr>
      <vt:lpstr>The main functionality is about executing DoS script across a 6-pi Beowulf Cluster</vt:lpstr>
      <vt:lpstr>Are you guys ready to watch the fun?</vt:lpstr>
      <vt:lpstr>PowerPoint Presentation</vt:lpstr>
      <vt:lpstr>Thank you 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F(un)*Society00</dc:title>
  <dc:creator>Jimmy Petit H</dc:creator>
  <cp:lastModifiedBy>Jimmy Petit H</cp:lastModifiedBy>
  <cp:revision>1</cp:revision>
  <dcterms:created xsi:type="dcterms:W3CDTF">2019-11-19T16:34:03Z</dcterms:created>
  <dcterms:modified xsi:type="dcterms:W3CDTF">2019-11-19T16:35:38Z</dcterms:modified>
</cp:coreProperties>
</file>